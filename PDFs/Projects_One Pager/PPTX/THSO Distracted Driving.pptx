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D0D721-E395-CC7C-8214-26CF78AAB7A3}" v="8" dt="2025-04-01T14:44:31.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5" d="100"/>
          <a:sy n="125" d="100"/>
        </p:scale>
        <p:origin x="123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wan Neupane (pnupane1)" userId="S::pnupane1@memphis.edu::25e64031-aa31-455a-9829-9a61b3c704f0" providerId="AD" clId="Web-{B4D0D721-E395-CC7C-8214-26CF78AAB7A3}"/>
    <pc:docChg chg="mod addSld delSld modSld addMainMaster delMainMaster modMainMaster setSldSz">
      <pc:chgData name="Pawan Neupane (pnupane1)" userId="S::pnupane1@memphis.edu::25e64031-aa31-455a-9829-9a61b3c704f0" providerId="AD" clId="Web-{B4D0D721-E395-CC7C-8214-26CF78AAB7A3}" dt="2025-04-01T14:44:31.990" v="7"/>
      <pc:docMkLst>
        <pc:docMk/>
      </pc:docMkLst>
      <pc:sldChg chg="modSp mod modClrScheme chgLayout">
        <pc:chgData name="Pawan Neupane (pnupane1)" userId="S::pnupane1@memphis.edu::25e64031-aa31-455a-9829-9a61b3c704f0" providerId="AD" clId="Web-{B4D0D721-E395-CC7C-8214-26CF78AAB7A3}" dt="2025-04-01T14:44:23.021" v="5"/>
        <pc:sldMkLst>
          <pc:docMk/>
          <pc:sldMk cId="118901296" sldId="256"/>
        </pc:sldMkLst>
        <pc:spChg chg="mod">
          <ac:chgData name="Pawan Neupane (pnupane1)" userId="S::pnupane1@memphis.edu::25e64031-aa31-455a-9829-9a61b3c704f0" providerId="AD" clId="Web-{B4D0D721-E395-CC7C-8214-26CF78AAB7A3}" dt="2025-04-01T14:44:23.021" v="5"/>
          <ac:spMkLst>
            <pc:docMk/>
            <pc:sldMk cId="118901296" sldId="256"/>
            <ac:spMk id="7" creationId="{B8D52193-CC75-4AA4-9112-1DEE5BE8AFB3}"/>
          </ac:spMkLst>
        </pc:spChg>
        <pc:spChg chg="mod">
          <ac:chgData name="Pawan Neupane (pnupane1)" userId="S::pnupane1@memphis.edu::25e64031-aa31-455a-9829-9a61b3c704f0" providerId="AD" clId="Web-{B4D0D721-E395-CC7C-8214-26CF78AAB7A3}" dt="2025-04-01T14:44:23.021" v="5"/>
          <ac:spMkLst>
            <pc:docMk/>
            <pc:sldMk cId="118901296" sldId="256"/>
            <ac:spMk id="9" creationId="{6BB0F515-3062-4472-834D-7A9434EC9717}"/>
          </ac:spMkLst>
        </pc:spChg>
        <pc:spChg chg="mod">
          <ac:chgData name="Pawan Neupane (pnupane1)" userId="S::pnupane1@memphis.edu::25e64031-aa31-455a-9829-9a61b3c704f0" providerId="AD" clId="Web-{B4D0D721-E395-CC7C-8214-26CF78AAB7A3}" dt="2025-04-01T14:44:23.021" v="5"/>
          <ac:spMkLst>
            <pc:docMk/>
            <pc:sldMk cId="118901296" sldId="256"/>
            <ac:spMk id="10" creationId="{940992E4-8DC0-47FC-BDDB-018589014C5C}"/>
          </ac:spMkLst>
        </pc:spChg>
        <pc:spChg chg="mod">
          <ac:chgData name="Pawan Neupane (pnupane1)" userId="S::pnupane1@memphis.edu::25e64031-aa31-455a-9829-9a61b3c704f0" providerId="AD" clId="Web-{B4D0D721-E395-CC7C-8214-26CF78AAB7A3}" dt="2025-04-01T14:44:23.021" v="5"/>
          <ac:spMkLst>
            <pc:docMk/>
            <pc:sldMk cId="118901296" sldId="256"/>
            <ac:spMk id="11" creationId="{2F7F16E0-7228-4F43-8A51-4EF134D4D940}"/>
          </ac:spMkLst>
        </pc:spChg>
        <pc:spChg chg="mod">
          <ac:chgData name="Pawan Neupane (pnupane1)" userId="S::pnupane1@memphis.edu::25e64031-aa31-455a-9829-9a61b3c704f0" providerId="AD" clId="Web-{B4D0D721-E395-CC7C-8214-26CF78AAB7A3}" dt="2025-04-01T14:44:23.021" v="5"/>
          <ac:spMkLst>
            <pc:docMk/>
            <pc:sldMk cId="118901296" sldId="256"/>
            <ac:spMk id="12" creationId="{F8337535-5417-4A99-B98F-875234D501E7}"/>
          </ac:spMkLst>
        </pc:spChg>
        <pc:spChg chg="mod">
          <ac:chgData name="Pawan Neupane (pnupane1)" userId="S::pnupane1@memphis.edu::25e64031-aa31-455a-9829-9a61b3c704f0" providerId="AD" clId="Web-{B4D0D721-E395-CC7C-8214-26CF78AAB7A3}" dt="2025-04-01T14:44:23.021" v="5"/>
          <ac:spMkLst>
            <pc:docMk/>
            <pc:sldMk cId="118901296" sldId="256"/>
            <ac:spMk id="19" creationId="{44F1EECB-206E-4C75-80AD-5607E7FD841A}"/>
          </ac:spMkLst>
        </pc:spChg>
        <pc:spChg chg="mod">
          <ac:chgData name="Pawan Neupane (pnupane1)" userId="S::pnupane1@memphis.edu::25e64031-aa31-455a-9829-9a61b3c704f0" providerId="AD" clId="Web-{B4D0D721-E395-CC7C-8214-26CF78AAB7A3}" dt="2025-04-01T14:44:23.021" v="5"/>
          <ac:spMkLst>
            <pc:docMk/>
            <pc:sldMk cId="118901296" sldId="256"/>
            <ac:spMk id="21" creationId="{0C8397BA-A5A1-4FD4-8227-59286E7BB2E4}"/>
          </ac:spMkLst>
        </pc:spChg>
        <pc:spChg chg="mod">
          <ac:chgData name="Pawan Neupane (pnupane1)" userId="S::pnupane1@memphis.edu::25e64031-aa31-455a-9829-9a61b3c704f0" providerId="AD" clId="Web-{B4D0D721-E395-CC7C-8214-26CF78AAB7A3}" dt="2025-04-01T14:44:23.021" v="5"/>
          <ac:spMkLst>
            <pc:docMk/>
            <pc:sldMk cId="118901296" sldId="256"/>
            <ac:spMk id="22" creationId="{67D6DA17-C53E-4794-B294-2B8D9D76B08A}"/>
          </ac:spMkLst>
        </pc:spChg>
        <pc:spChg chg="mod">
          <ac:chgData name="Pawan Neupane (pnupane1)" userId="S::pnupane1@memphis.edu::25e64031-aa31-455a-9829-9a61b3c704f0" providerId="AD" clId="Web-{B4D0D721-E395-CC7C-8214-26CF78AAB7A3}" dt="2025-04-01T14:44:23.021" v="5"/>
          <ac:spMkLst>
            <pc:docMk/>
            <pc:sldMk cId="118901296" sldId="256"/>
            <ac:spMk id="23" creationId="{0A396B6F-1978-4CCC-85EE-0BD083042C76}"/>
          </ac:spMkLst>
        </pc:spChg>
        <pc:spChg chg="mod">
          <ac:chgData name="Pawan Neupane (pnupane1)" userId="S::pnupane1@memphis.edu::25e64031-aa31-455a-9829-9a61b3c704f0" providerId="AD" clId="Web-{B4D0D721-E395-CC7C-8214-26CF78AAB7A3}" dt="2025-04-01T14:44:23.021" v="5"/>
          <ac:spMkLst>
            <pc:docMk/>
            <pc:sldMk cId="118901296" sldId="256"/>
            <ac:spMk id="24" creationId="{6E9C5B5A-6BBE-4725-B35D-62AC09E56658}"/>
          </ac:spMkLst>
        </pc:spChg>
      </pc:sldChg>
      <pc:sldChg chg="new add del">
        <pc:chgData name="Pawan Neupane (pnupane1)" userId="S::pnupane1@memphis.edu::25e64031-aa31-455a-9829-9a61b3c704f0" providerId="AD" clId="Web-{B4D0D721-E395-CC7C-8214-26CF78AAB7A3}" dt="2025-04-01T14:44:31.990" v="7"/>
        <pc:sldMkLst>
          <pc:docMk/>
          <pc:sldMk cId="1442774853" sldId="257"/>
        </pc:sldMkLst>
      </pc:sldChg>
      <pc:sldMasterChg chg="modSp add del addSldLayout delSldLayout modSldLayout">
        <pc:chgData name="Pawan Neupane (pnupane1)" userId="S::pnupane1@memphis.edu::25e64031-aa31-455a-9829-9a61b3c704f0" providerId="AD" clId="Web-{B4D0D721-E395-CC7C-8214-26CF78AAB7A3}" dt="2025-04-01T14:44:23.021" v="5"/>
        <pc:sldMasterMkLst>
          <pc:docMk/>
          <pc:sldMasterMk cId="3014940508" sldId="2147483660"/>
        </pc:sldMasterMkLst>
        <pc:spChg chg="mod">
          <ac:chgData name="Pawan Neupane (pnupane1)" userId="S::pnupane1@memphis.edu::25e64031-aa31-455a-9829-9a61b3c704f0" providerId="AD" clId="Web-{B4D0D721-E395-CC7C-8214-26CF78AAB7A3}" dt="2025-04-01T14:44:23.021" v="5"/>
          <ac:spMkLst>
            <pc:docMk/>
            <pc:sldMasterMk cId="3014940508" sldId="2147483660"/>
            <ac:spMk id="2"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ac:spMk id="3"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ac:spMk id="4"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ac:spMk id="5"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ac:spMk id="6" creationId="{00000000-0000-0000-0000-000000000000}"/>
          </ac:spMkLst>
        </pc:spChg>
        <pc:sldLayoutChg chg="modSp add del">
          <pc:chgData name="Pawan Neupane (pnupane1)" userId="S::pnupane1@memphis.edu::25e64031-aa31-455a-9829-9a61b3c704f0" providerId="AD" clId="Web-{B4D0D721-E395-CC7C-8214-26CF78AAB7A3}" dt="2025-04-01T14:44:23.021" v="5"/>
          <pc:sldLayoutMkLst>
            <pc:docMk/>
            <pc:sldMasterMk cId="3014940508" sldId="2147483660"/>
            <pc:sldLayoutMk cId="492038579" sldId="2147483661"/>
          </pc:sldLayoutMkLst>
          <pc:spChg chg="mod">
            <ac:chgData name="Pawan Neupane (pnupane1)" userId="S::pnupane1@memphis.edu::25e64031-aa31-455a-9829-9a61b3c704f0" providerId="AD" clId="Web-{B4D0D721-E395-CC7C-8214-26CF78AAB7A3}" dt="2025-04-01T14:44:23.021" v="5"/>
            <ac:spMkLst>
              <pc:docMk/>
              <pc:sldMasterMk cId="3014940508" sldId="2147483660"/>
              <pc:sldLayoutMk cId="492038579" sldId="2147483661"/>
              <ac:spMk id="2"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492038579" sldId="2147483661"/>
              <ac:spMk id="3" creationId="{00000000-0000-0000-0000-000000000000}"/>
            </ac:spMkLst>
          </pc:spChg>
        </pc:sldLayoutChg>
        <pc:sldLayoutChg chg="add del">
          <pc:chgData name="Pawan Neupane (pnupane1)" userId="S::pnupane1@memphis.edu::25e64031-aa31-455a-9829-9a61b3c704f0" providerId="AD" clId="Web-{B4D0D721-E395-CC7C-8214-26CF78AAB7A3}" dt="2025-04-01T14:44:23.005" v="4"/>
          <pc:sldLayoutMkLst>
            <pc:docMk/>
            <pc:sldMasterMk cId="3014940508" sldId="2147483660"/>
            <pc:sldLayoutMk cId="641292605" sldId="2147483662"/>
          </pc:sldLayoutMkLst>
        </pc:sldLayoutChg>
        <pc:sldLayoutChg chg="modSp add del">
          <pc:chgData name="Pawan Neupane (pnupane1)" userId="S::pnupane1@memphis.edu::25e64031-aa31-455a-9829-9a61b3c704f0" providerId="AD" clId="Web-{B4D0D721-E395-CC7C-8214-26CF78AAB7A3}" dt="2025-04-01T14:44:23.021" v="5"/>
          <pc:sldLayoutMkLst>
            <pc:docMk/>
            <pc:sldMasterMk cId="3014940508" sldId="2147483660"/>
            <pc:sldLayoutMk cId="3607156533" sldId="2147483663"/>
          </pc:sldLayoutMkLst>
          <pc:spChg chg="mod">
            <ac:chgData name="Pawan Neupane (pnupane1)" userId="S::pnupane1@memphis.edu::25e64031-aa31-455a-9829-9a61b3c704f0" providerId="AD" clId="Web-{B4D0D721-E395-CC7C-8214-26CF78AAB7A3}" dt="2025-04-01T14:44:23.021" v="5"/>
            <ac:spMkLst>
              <pc:docMk/>
              <pc:sldMasterMk cId="3014940508" sldId="2147483660"/>
              <pc:sldLayoutMk cId="3607156533" sldId="2147483663"/>
              <ac:spMk id="2"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3607156533" sldId="2147483663"/>
              <ac:spMk id="3" creationId="{00000000-0000-0000-0000-000000000000}"/>
            </ac:spMkLst>
          </pc:spChg>
        </pc:sldLayoutChg>
        <pc:sldLayoutChg chg="modSp add del">
          <pc:chgData name="Pawan Neupane (pnupane1)" userId="S::pnupane1@memphis.edu::25e64031-aa31-455a-9829-9a61b3c704f0" providerId="AD" clId="Web-{B4D0D721-E395-CC7C-8214-26CF78AAB7A3}" dt="2025-04-01T14:44:23.021" v="5"/>
          <pc:sldLayoutMkLst>
            <pc:docMk/>
            <pc:sldMasterMk cId="3014940508" sldId="2147483660"/>
            <pc:sldLayoutMk cId="4285888323" sldId="2147483664"/>
          </pc:sldLayoutMkLst>
          <pc:spChg chg="mod">
            <ac:chgData name="Pawan Neupane (pnupane1)" userId="S::pnupane1@memphis.edu::25e64031-aa31-455a-9829-9a61b3c704f0" providerId="AD" clId="Web-{B4D0D721-E395-CC7C-8214-26CF78AAB7A3}" dt="2025-04-01T14:44:23.021" v="5"/>
            <ac:spMkLst>
              <pc:docMk/>
              <pc:sldMasterMk cId="3014940508" sldId="2147483660"/>
              <pc:sldLayoutMk cId="4285888323" sldId="2147483664"/>
              <ac:spMk id="3"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4285888323" sldId="2147483664"/>
              <ac:spMk id="4" creationId="{00000000-0000-0000-0000-000000000000}"/>
            </ac:spMkLst>
          </pc:spChg>
        </pc:sldLayoutChg>
        <pc:sldLayoutChg chg="modSp add del">
          <pc:chgData name="Pawan Neupane (pnupane1)" userId="S::pnupane1@memphis.edu::25e64031-aa31-455a-9829-9a61b3c704f0" providerId="AD" clId="Web-{B4D0D721-E395-CC7C-8214-26CF78AAB7A3}" dt="2025-04-01T14:44:23.021" v="5"/>
          <pc:sldLayoutMkLst>
            <pc:docMk/>
            <pc:sldMasterMk cId="3014940508" sldId="2147483660"/>
            <pc:sldLayoutMk cId="4137534227" sldId="2147483665"/>
          </pc:sldLayoutMkLst>
          <pc:spChg chg="mod">
            <ac:chgData name="Pawan Neupane (pnupane1)" userId="S::pnupane1@memphis.edu::25e64031-aa31-455a-9829-9a61b3c704f0" providerId="AD" clId="Web-{B4D0D721-E395-CC7C-8214-26CF78AAB7A3}" dt="2025-04-01T14:44:23.021" v="5"/>
            <ac:spMkLst>
              <pc:docMk/>
              <pc:sldMasterMk cId="3014940508" sldId="2147483660"/>
              <pc:sldLayoutMk cId="4137534227" sldId="2147483665"/>
              <ac:spMk id="2"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4137534227" sldId="2147483665"/>
              <ac:spMk id="3"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4137534227" sldId="2147483665"/>
              <ac:spMk id="4"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4137534227" sldId="2147483665"/>
              <ac:spMk id="5"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4137534227" sldId="2147483665"/>
              <ac:spMk id="6" creationId="{00000000-0000-0000-0000-000000000000}"/>
            </ac:spMkLst>
          </pc:spChg>
        </pc:sldLayoutChg>
        <pc:sldLayoutChg chg="add del">
          <pc:chgData name="Pawan Neupane (pnupane1)" userId="S::pnupane1@memphis.edu::25e64031-aa31-455a-9829-9a61b3c704f0" providerId="AD" clId="Web-{B4D0D721-E395-CC7C-8214-26CF78AAB7A3}" dt="2025-04-01T14:44:23.005" v="4"/>
          <pc:sldLayoutMkLst>
            <pc:docMk/>
            <pc:sldMasterMk cId="3014940508" sldId="2147483660"/>
            <pc:sldLayoutMk cId="1625090931" sldId="2147483666"/>
          </pc:sldLayoutMkLst>
        </pc:sldLayoutChg>
        <pc:sldLayoutChg chg="add del">
          <pc:chgData name="Pawan Neupane (pnupane1)" userId="S::pnupane1@memphis.edu::25e64031-aa31-455a-9829-9a61b3c704f0" providerId="AD" clId="Web-{B4D0D721-E395-CC7C-8214-26CF78AAB7A3}" dt="2025-04-01T14:44:23.005" v="4"/>
          <pc:sldLayoutMkLst>
            <pc:docMk/>
            <pc:sldMasterMk cId="3014940508" sldId="2147483660"/>
            <pc:sldLayoutMk cId="3173032005" sldId="2147483667"/>
          </pc:sldLayoutMkLst>
        </pc:sldLayoutChg>
        <pc:sldLayoutChg chg="modSp add del">
          <pc:chgData name="Pawan Neupane (pnupane1)" userId="S::pnupane1@memphis.edu::25e64031-aa31-455a-9829-9a61b3c704f0" providerId="AD" clId="Web-{B4D0D721-E395-CC7C-8214-26CF78AAB7A3}" dt="2025-04-01T14:44:23.021" v="5"/>
          <pc:sldLayoutMkLst>
            <pc:docMk/>
            <pc:sldMasterMk cId="3014940508" sldId="2147483660"/>
            <pc:sldLayoutMk cId="3250507792" sldId="2147483668"/>
          </pc:sldLayoutMkLst>
          <pc:spChg chg="mod">
            <ac:chgData name="Pawan Neupane (pnupane1)" userId="S::pnupane1@memphis.edu::25e64031-aa31-455a-9829-9a61b3c704f0" providerId="AD" clId="Web-{B4D0D721-E395-CC7C-8214-26CF78AAB7A3}" dt="2025-04-01T14:44:23.021" v="5"/>
            <ac:spMkLst>
              <pc:docMk/>
              <pc:sldMasterMk cId="3014940508" sldId="2147483660"/>
              <pc:sldLayoutMk cId="3250507792" sldId="2147483668"/>
              <ac:spMk id="2"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3250507792" sldId="2147483668"/>
              <ac:spMk id="3"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3250507792" sldId="2147483668"/>
              <ac:spMk id="4" creationId="{00000000-0000-0000-0000-000000000000}"/>
            </ac:spMkLst>
          </pc:spChg>
        </pc:sldLayoutChg>
        <pc:sldLayoutChg chg="modSp add del">
          <pc:chgData name="Pawan Neupane (pnupane1)" userId="S::pnupane1@memphis.edu::25e64031-aa31-455a-9829-9a61b3c704f0" providerId="AD" clId="Web-{B4D0D721-E395-CC7C-8214-26CF78AAB7A3}" dt="2025-04-01T14:44:23.021" v="5"/>
          <pc:sldLayoutMkLst>
            <pc:docMk/>
            <pc:sldMasterMk cId="3014940508" sldId="2147483660"/>
            <pc:sldLayoutMk cId="1118064676" sldId="2147483669"/>
          </pc:sldLayoutMkLst>
          <pc:spChg chg="mod">
            <ac:chgData name="Pawan Neupane (pnupane1)" userId="S::pnupane1@memphis.edu::25e64031-aa31-455a-9829-9a61b3c704f0" providerId="AD" clId="Web-{B4D0D721-E395-CC7C-8214-26CF78AAB7A3}" dt="2025-04-01T14:44:23.021" v="5"/>
            <ac:spMkLst>
              <pc:docMk/>
              <pc:sldMasterMk cId="3014940508" sldId="2147483660"/>
              <pc:sldLayoutMk cId="1118064676" sldId="2147483669"/>
              <ac:spMk id="2"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1118064676" sldId="2147483669"/>
              <ac:spMk id="3"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1118064676" sldId="2147483669"/>
              <ac:spMk id="4" creationId="{00000000-0000-0000-0000-000000000000}"/>
            </ac:spMkLst>
          </pc:spChg>
        </pc:sldLayoutChg>
        <pc:sldLayoutChg chg="add del">
          <pc:chgData name="Pawan Neupane (pnupane1)" userId="S::pnupane1@memphis.edu::25e64031-aa31-455a-9829-9a61b3c704f0" providerId="AD" clId="Web-{B4D0D721-E395-CC7C-8214-26CF78AAB7A3}" dt="2025-04-01T14:44:23.005" v="4"/>
          <pc:sldLayoutMkLst>
            <pc:docMk/>
            <pc:sldMasterMk cId="3014940508" sldId="2147483660"/>
            <pc:sldLayoutMk cId="1101882923" sldId="2147483670"/>
          </pc:sldLayoutMkLst>
        </pc:sldLayoutChg>
        <pc:sldLayoutChg chg="modSp add del">
          <pc:chgData name="Pawan Neupane (pnupane1)" userId="S::pnupane1@memphis.edu::25e64031-aa31-455a-9829-9a61b3c704f0" providerId="AD" clId="Web-{B4D0D721-E395-CC7C-8214-26CF78AAB7A3}" dt="2025-04-01T14:44:23.021" v="5"/>
          <pc:sldLayoutMkLst>
            <pc:docMk/>
            <pc:sldMasterMk cId="3014940508" sldId="2147483660"/>
            <pc:sldLayoutMk cId="3062775333" sldId="2147483671"/>
          </pc:sldLayoutMkLst>
          <pc:spChg chg="mod">
            <ac:chgData name="Pawan Neupane (pnupane1)" userId="S::pnupane1@memphis.edu::25e64031-aa31-455a-9829-9a61b3c704f0" providerId="AD" clId="Web-{B4D0D721-E395-CC7C-8214-26CF78AAB7A3}" dt="2025-04-01T14:44:23.021" v="5"/>
            <ac:spMkLst>
              <pc:docMk/>
              <pc:sldMasterMk cId="3014940508" sldId="2147483660"/>
              <pc:sldLayoutMk cId="3062775333" sldId="2147483671"/>
              <ac:spMk id="2" creationId="{00000000-0000-0000-0000-000000000000}"/>
            </ac:spMkLst>
          </pc:spChg>
          <pc:spChg chg="mod">
            <ac:chgData name="Pawan Neupane (pnupane1)" userId="S::pnupane1@memphis.edu::25e64031-aa31-455a-9829-9a61b3c704f0" providerId="AD" clId="Web-{B4D0D721-E395-CC7C-8214-26CF78AAB7A3}" dt="2025-04-01T14:44:23.021" v="5"/>
            <ac:spMkLst>
              <pc:docMk/>
              <pc:sldMasterMk cId="3014940508" sldId="2147483660"/>
              <pc:sldLayoutMk cId="3062775333" sldId="2147483671"/>
              <ac:spMk id="3" creationId="{00000000-0000-0000-0000-000000000000}"/>
            </ac:spMkLst>
          </pc:spChg>
        </pc:sldLayoutChg>
      </pc:sldMasterChg>
      <pc:sldMasterChg chg="add del addSldLayout delSldLayout modSldLayout">
        <pc:chgData name="Pawan Neupane (pnupane1)" userId="S::pnupane1@memphis.edu::25e64031-aa31-455a-9829-9a61b3c704f0" providerId="AD" clId="Web-{B4D0D721-E395-CC7C-8214-26CF78AAB7A3}" dt="2025-04-01T14:44:23.005" v="4"/>
        <pc:sldMasterMkLst>
          <pc:docMk/>
          <pc:sldMasterMk cId="3595720189" sldId="2147483672"/>
        </pc:sldMasterMkLst>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2927400982" sldId="2147483673"/>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1775080065" sldId="2147483674"/>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385578009" sldId="2147483675"/>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1637715417" sldId="2147483676"/>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357922190" sldId="2147483677"/>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1764673130" sldId="2147483678"/>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3216326498" sldId="2147483679"/>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2251806537" sldId="2147483680"/>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2106619828" sldId="2147483681"/>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1888131824" sldId="2147483682"/>
          </pc:sldLayoutMkLst>
        </pc:sldLayoutChg>
        <pc:sldLayoutChg chg="add del mod replId">
          <pc:chgData name="Pawan Neupane (pnupane1)" userId="S::pnupane1@memphis.edu::25e64031-aa31-455a-9829-9a61b3c704f0" providerId="AD" clId="Web-{B4D0D721-E395-CC7C-8214-26CF78AAB7A3}" dt="2025-04-01T14:44:23.005" v="4"/>
          <pc:sldLayoutMkLst>
            <pc:docMk/>
            <pc:sldMasterMk cId="3595720189" sldId="2147483672"/>
            <pc:sldLayoutMk cId="4163962762" sldId="2147483683"/>
          </pc:sldLayoutMkLst>
        </pc:sldLayoutChg>
      </pc:sldMasterChg>
    </pc:docChg>
  </pc:docChgLst>
  <pc:docChgLst>
    <pc:chgData name="Louis Gyasi" userId="92bcce9f-e2f4-4e98-ae34-387093d6130e" providerId="ADAL" clId="{E3B90253-E487-4897-8FB5-0147D76C382A}"/>
    <pc:docChg chg="modSld">
      <pc:chgData name="Louis Gyasi" userId="92bcce9f-e2f4-4e98-ae34-387093d6130e" providerId="ADAL" clId="{E3B90253-E487-4897-8FB5-0147D76C382A}" dt="2025-03-31T06:13:39.492" v="14" actId="1076"/>
      <pc:docMkLst>
        <pc:docMk/>
      </pc:docMkLst>
      <pc:sldChg chg="modSp">
        <pc:chgData name="Louis Gyasi" userId="92bcce9f-e2f4-4e98-ae34-387093d6130e" providerId="ADAL" clId="{E3B90253-E487-4897-8FB5-0147D76C382A}" dt="2025-03-31T06:13:39.492" v="14" actId="1076"/>
        <pc:sldMkLst>
          <pc:docMk/>
          <pc:sldMk cId="118901296" sldId="256"/>
        </pc:sldMkLst>
        <pc:spChg chg="mod">
          <ac:chgData name="Louis Gyasi" userId="92bcce9f-e2f4-4e98-ae34-387093d6130e" providerId="ADAL" clId="{E3B90253-E487-4897-8FB5-0147D76C382A}" dt="2025-03-31T06:13:35.315" v="13" actId="14100"/>
          <ac:spMkLst>
            <pc:docMk/>
            <pc:sldMk cId="118901296" sldId="256"/>
            <ac:spMk id="19" creationId="{44F1EECB-206E-4C75-80AD-5607E7FD841A}"/>
          </ac:spMkLst>
        </pc:spChg>
        <pc:spChg chg="mod">
          <ac:chgData name="Louis Gyasi" userId="92bcce9f-e2f4-4e98-ae34-387093d6130e" providerId="ADAL" clId="{E3B90253-E487-4897-8FB5-0147D76C382A}" dt="2025-03-31T06:12:45.234" v="4" actId="1076"/>
          <ac:spMkLst>
            <pc:docMk/>
            <pc:sldMk cId="118901296" sldId="256"/>
            <ac:spMk id="21" creationId="{0C8397BA-A5A1-4FD4-8227-59286E7BB2E4}"/>
          </ac:spMkLst>
        </pc:spChg>
        <pc:spChg chg="mod">
          <ac:chgData name="Louis Gyasi" userId="92bcce9f-e2f4-4e98-ae34-387093d6130e" providerId="ADAL" clId="{E3B90253-E487-4897-8FB5-0147D76C382A}" dt="2025-03-31T06:13:06.825" v="8" actId="1076"/>
          <ac:spMkLst>
            <pc:docMk/>
            <pc:sldMk cId="118901296" sldId="256"/>
            <ac:spMk id="22" creationId="{67D6DA17-C53E-4794-B294-2B8D9D76B08A}"/>
          </ac:spMkLst>
        </pc:spChg>
        <pc:picChg chg="mod">
          <ac:chgData name="Louis Gyasi" userId="92bcce9f-e2f4-4e98-ae34-387093d6130e" providerId="ADAL" clId="{E3B90253-E487-4897-8FB5-0147D76C382A}" dt="2025-03-31T06:13:39.492" v="14" actId="1076"/>
          <ac:picMkLst>
            <pc:docMk/>
            <pc:sldMk cId="118901296" sldId="256"/>
            <ac:picMk id="15" creationId="{89365D78-10D0-41F4-B75F-B43DF4C3998F}"/>
          </ac:picMkLst>
        </pc:picChg>
        <pc:picChg chg="mod">
          <ac:chgData name="Louis Gyasi" userId="92bcce9f-e2f4-4e98-ae34-387093d6130e" providerId="ADAL" clId="{E3B90253-E487-4897-8FB5-0147D76C382A}" dt="2025-03-31T06:13:01.123" v="7" actId="14100"/>
          <ac:picMkLst>
            <pc:docMk/>
            <pc:sldMk cId="118901296" sldId="256"/>
            <ac:picMk id="20" creationId="{A56B681A-68C8-41B8-B8DC-44B746F5989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F21D6A-A85B-4112-B8C9-A61344F7F7BB}"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49203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F21D6A-A85B-4112-B8C9-A61344F7F7BB}"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641292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1F21D6A-A85B-4112-B8C9-A61344F7F7BB}"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3607156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F21D6A-A85B-4112-B8C9-A61344F7F7BB}" type="datetimeFigureOut">
              <a:rPr lang="en-US" smtClean="0"/>
              <a:t>4/1/2025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4285888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F21D6A-A85B-4112-B8C9-A61344F7F7BB}" type="datetimeFigureOut">
              <a:rPr lang="en-US" smtClean="0"/>
              <a:t>4/1/2025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4137534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F21D6A-A85B-4112-B8C9-A61344F7F7BB}" type="datetimeFigureOut">
              <a:rPr lang="en-US" smtClean="0"/>
              <a:t>4/1/2025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162509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F21D6A-A85B-4112-B8C9-A61344F7F7BB}" type="datetimeFigureOut">
              <a:rPr lang="en-US" smtClean="0"/>
              <a:t>4/1/2025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3173032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1F21D6A-A85B-4112-B8C9-A61344F7F7BB}" type="datetimeFigureOut">
              <a:rPr lang="en-US" smtClean="0"/>
              <a:t>4/1/2025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3250507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1F21D6A-A85B-4112-B8C9-A61344F7F7BB}" type="datetimeFigureOut">
              <a:rPr lang="en-US" smtClean="0"/>
              <a:t>4/1/2025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1118064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F21D6A-A85B-4112-B8C9-A61344F7F7BB}"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1101882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F21D6A-A85B-4112-B8C9-A61344F7F7BB}"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8C9143-3B1C-4CFB-8C35-38C104A1F77C}" type="slidenum">
              <a:rPr lang="en-US" smtClean="0"/>
              <a:t>‹#›</a:t>
            </a:fld>
            <a:endParaRPr lang="en-US"/>
          </a:p>
        </p:txBody>
      </p:sp>
    </p:spTree>
    <p:extLst>
      <p:ext uri="{BB962C8B-B14F-4D97-AF65-F5344CB8AC3E}">
        <p14:creationId xmlns:p14="http://schemas.microsoft.com/office/powerpoint/2010/main" val="3062775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F21D6A-A85B-4112-B8C9-A61344F7F7BB}" type="datetimeFigureOut">
              <a:rPr lang="en-US" smtClean="0"/>
              <a:t>4/1/2025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8C9143-3B1C-4CFB-8C35-38C104A1F77C}" type="slidenum">
              <a:rPr lang="en-US" smtClean="0"/>
              <a:t>‹#›</a:t>
            </a:fld>
            <a:endParaRPr lang="en-US"/>
          </a:p>
        </p:txBody>
      </p:sp>
    </p:spTree>
    <p:extLst>
      <p:ext uri="{BB962C8B-B14F-4D97-AF65-F5344CB8AC3E}">
        <p14:creationId xmlns:p14="http://schemas.microsoft.com/office/powerpoint/2010/main" val="30149405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D52193-CC75-4AA4-9112-1DEE5BE8AFB3}"/>
              </a:ext>
            </a:extLst>
          </p:cNvPr>
          <p:cNvSpPr/>
          <p:nvPr/>
        </p:nvSpPr>
        <p:spPr>
          <a:xfrm>
            <a:off x="-4038" y="0"/>
            <a:ext cx="9144000" cy="1128713"/>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pic>
        <p:nvPicPr>
          <p:cNvPr id="6" name="Picture 8">
            <a:extLst>
              <a:ext uri="{FF2B5EF4-FFF2-40B4-BE49-F238E27FC236}">
                <a16:creationId xmlns:a16="http://schemas.microsoft.com/office/drawing/2014/main" id="{B2F05EDA-1AB0-4A2B-80C7-69F3BEEECD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7600"/>
          <a:stretch/>
        </p:blipFill>
        <p:spPr bwMode="auto">
          <a:xfrm>
            <a:off x="-4038" y="-993"/>
            <a:ext cx="875430" cy="1128713"/>
          </a:xfrm>
          <a:prstGeom prst="rect">
            <a:avLst/>
          </a:prstGeom>
          <a:solidFill>
            <a:schemeClr val="bg1"/>
          </a:solidFill>
        </p:spPr>
      </p:pic>
      <p:pic>
        <p:nvPicPr>
          <p:cNvPr id="8" name="Picture 7" descr="A close-up of a badge&#10;&#10;Description automatically generated">
            <a:extLst>
              <a:ext uri="{FF2B5EF4-FFF2-40B4-BE49-F238E27FC236}">
                <a16:creationId xmlns:a16="http://schemas.microsoft.com/office/drawing/2014/main" id="{DFA5FB80-CD18-472E-956B-6E07908D85B8}"/>
              </a:ext>
            </a:extLst>
          </p:cNvPr>
          <p:cNvPicPr>
            <a:picLocks noChangeAspect="1"/>
          </p:cNvPicPr>
          <p:nvPr/>
        </p:nvPicPr>
        <p:blipFill>
          <a:blip r:embed="rId3"/>
          <a:stretch>
            <a:fillRect/>
          </a:stretch>
        </p:blipFill>
        <p:spPr>
          <a:xfrm>
            <a:off x="7726682" y="-993"/>
            <a:ext cx="1420174" cy="1181192"/>
          </a:xfrm>
          <a:prstGeom prst="rect">
            <a:avLst/>
          </a:prstGeom>
        </p:spPr>
      </p:pic>
      <p:sp>
        <p:nvSpPr>
          <p:cNvPr id="9" name="TextBox 8">
            <a:extLst>
              <a:ext uri="{FF2B5EF4-FFF2-40B4-BE49-F238E27FC236}">
                <a16:creationId xmlns:a16="http://schemas.microsoft.com/office/drawing/2014/main" id="{6BB0F515-3062-4472-834D-7A9434EC9717}"/>
              </a:ext>
            </a:extLst>
          </p:cNvPr>
          <p:cNvSpPr txBox="1"/>
          <p:nvPr/>
        </p:nvSpPr>
        <p:spPr>
          <a:xfrm>
            <a:off x="1223015" y="13565"/>
            <a:ext cx="6150769" cy="646331"/>
          </a:xfrm>
          <a:prstGeom prst="rect">
            <a:avLst/>
          </a:prstGeom>
          <a:noFill/>
        </p:spPr>
        <p:txBody>
          <a:bodyPr wrap="square" rtlCol="0">
            <a:spAutoFit/>
          </a:bodyPr>
          <a:lstStyle/>
          <a:p>
            <a:pPr algn="ctr"/>
            <a:r>
              <a:rPr lang="en-US" b="1" dirty="0">
                <a:solidFill>
                  <a:schemeClr val="bg1"/>
                </a:solidFill>
                <a:latin typeface="Times New Roman" panose="02020603050405020304" pitchFamily="18" charset="0"/>
                <a:cs typeface="Times New Roman" panose="02020603050405020304" pitchFamily="18" charset="0"/>
              </a:rPr>
              <a:t>Comparative Analysis of Reduced Distracted Driving Among Shelby County Adolescents from 2023 to 2025</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40992E4-8DC0-47FC-BDDB-018589014C5C}"/>
              </a:ext>
            </a:extLst>
          </p:cNvPr>
          <p:cNvSpPr txBox="1"/>
          <p:nvPr/>
        </p:nvSpPr>
        <p:spPr>
          <a:xfrm>
            <a:off x="1048631" y="729125"/>
            <a:ext cx="6500812"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Dr. </a:t>
            </a:r>
            <a:r>
              <a:rPr lang="en-US" sz="1400" dirty="0" err="1">
                <a:latin typeface="Times New Roman" panose="02020603050405020304" pitchFamily="18" charset="0"/>
                <a:cs typeface="Times New Roman" panose="02020603050405020304" pitchFamily="18" charset="0"/>
              </a:rPr>
              <a:t>Sabyasachee</a:t>
            </a:r>
            <a:r>
              <a:rPr lang="en-US" sz="1400" dirty="0">
                <a:latin typeface="Times New Roman" panose="02020603050405020304" pitchFamily="18" charset="0"/>
                <a:cs typeface="Times New Roman" panose="02020603050405020304" pitchFamily="18" charset="0"/>
              </a:rPr>
              <a:t> Mishra, Dr. Subhash Jha, Veera </a:t>
            </a:r>
            <a:r>
              <a:rPr lang="en-US" sz="1400" dirty="0" err="1">
                <a:latin typeface="Times New Roman" panose="02020603050405020304" pitchFamily="18" charset="0"/>
                <a:cs typeface="Times New Roman" panose="02020603050405020304" pitchFamily="18" charset="0"/>
              </a:rPr>
              <a:t>Manikanda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Prabhu</a:t>
            </a:r>
            <a:r>
              <a:rPr lang="en-US" sz="1400" dirty="0">
                <a:latin typeface="Times New Roman" panose="02020603050405020304" pitchFamily="18" charset="0"/>
                <a:cs typeface="Times New Roman" panose="02020603050405020304" pitchFamily="18" charset="0"/>
              </a:rPr>
              <a:t>, Louis </a:t>
            </a:r>
            <a:r>
              <a:rPr lang="en-US" sz="1400" dirty="0" err="1">
                <a:latin typeface="Times New Roman" panose="02020603050405020304" pitchFamily="18" charset="0"/>
                <a:cs typeface="Times New Roman" panose="02020603050405020304" pitchFamily="18" charset="0"/>
              </a:rPr>
              <a:t>Asare</a:t>
            </a:r>
            <a:r>
              <a:rPr lang="en-US" sz="1400" dirty="0">
                <a:latin typeface="Times New Roman" panose="02020603050405020304" pitchFamily="18" charset="0"/>
                <a:cs typeface="Times New Roman" panose="02020603050405020304" pitchFamily="18" charset="0"/>
              </a:rPr>
              <a:t> Gyasi</a:t>
            </a:r>
          </a:p>
        </p:txBody>
      </p:sp>
      <p:sp>
        <p:nvSpPr>
          <p:cNvPr id="11" name="TextBox 10">
            <a:extLst>
              <a:ext uri="{FF2B5EF4-FFF2-40B4-BE49-F238E27FC236}">
                <a16:creationId xmlns:a16="http://schemas.microsoft.com/office/drawing/2014/main" id="{2F7F16E0-7228-4F43-8A51-4EF134D4D940}"/>
              </a:ext>
            </a:extLst>
          </p:cNvPr>
          <p:cNvSpPr txBox="1"/>
          <p:nvPr/>
        </p:nvSpPr>
        <p:spPr>
          <a:xfrm>
            <a:off x="-15366" y="1444231"/>
            <a:ext cx="4128363" cy="1569660"/>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According to the National Highway Traffic Safety Administration (NHTSA, 2023), fatal crashes involving distracted driving have shown an increasing trend in recent years, with adolescents representing the age group with the highest proportion of such crashes.</a:t>
            </a:r>
          </a:p>
        </p:txBody>
      </p:sp>
      <p:sp>
        <p:nvSpPr>
          <p:cNvPr id="12" name="TextBox 11">
            <a:extLst>
              <a:ext uri="{FF2B5EF4-FFF2-40B4-BE49-F238E27FC236}">
                <a16:creationId xmlns:a16="http://schemas.microsoft.com/office/drawing/2014/main" id="{F8337535-5417-4A99-B98F-875234D501E7}"/>
              </a:ext>
            </a:extLst>
          </p:cNvPr>
          <p:cNvSpPr txBox="1"/>
          <p:nvPr/>
        </p:nvSpPr>
        <p:spPr>
          <a:xfrm>
            <a:off x="-32688" y="3229399"/>
            <a:ext cx="4186573" cy="2762295"/>
          </a:xfrm>
          <a:prstGeom prst="rect">
            <a:avLst/>
          </a:prstGeom>
          <a:noFill/>
        </p:spPr>
        <p:txBody>
          <a:bodyPr wrap="square" rtlCol="0">
            <a:spAutoFit/>
          </a:bodyPr>
          <a:lstStyle/>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Compare awareness and knowledge among University of Memphis students between 2023 and 2025.</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Identify effective mediums for reducing distracted driving among adolescents.</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Utilize a driving simulator to analyze perceptions of distractions in and around the vehicle.</a:t>
            </a: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Assess participants’ reactions to roadway advertisements to determine effectiveness</a:t>
            </a:r>
          </a:p>
          <a:p>
            <a:endParaRPr lang="en-US" sz="1350" dirty="0"/>
          </a:p>
        </p:txBody>
      </p:sp>
      <p:sp>
        <p:nvSpPr>
          <p:cNvPr id="17" name="Rectangle 16">
            <a:extLst>
              <a:ext uri="{FF2B5EF4-FFF2-40B4-BE49-F238E27FC236}">
                <a16:creationId xmlns:a16="http://schemas.microsoft.com/office/drawing/2014/main" id="{8B6A7343-28F6-4E68-AE34-664B5FA44A7F}"/>
              </a:ext>
            </a:extLst>
          </p:cNvPr>
          <p:cNvSpPr/>
          <p:nvPr/>
        </p:nvSpPr>
        <p:spPr>
          <a:xfrm>
            <a:off x="-4039" y="1184333"/>
            <a:ext cx="4128363" cy="28287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INTRODUCTION</a:t>
            </a:r>
          </a:p>
        </p:txBody>
      </p:sp>
      <p:sp>
        <p:nvSpPr>
          <p:cNvPr id="18" name="Rectangle 17">
            <a:extLst>
              <a:ext uri="{FF2B5EF4-FFF2-40B4-BE49-F238E27FC236}">
                <a16:creationId xmlns:a16="http://schemas.microsoft.com/office/drawing/2014/main" id="{A311C0C2-7CA3-4F8F-A950-66A4E49A8F16}"/>
              </a:ext>
            </a:extLst>
          </p:cNvPr>
          <p:cNvSpPr/>
          <p:nvPr/>
        </p:nvSpPr>
        <p:spPr>
          <a:xfrm>
            <a:off x="0" y="2973662"/>
            <a:ext cx="4124324" cy="30012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OBJECTIVES</a:t>
            </a:r>
          </a:p>
        </p:txBody>
      </p:sp>
      <p:sp>
        <p:nvSpPr>
          <p:cNvPr id="19" name="Rectangle 18">
            <a:extLst>
              <a:ext uri="{FF2B5EF4-FFF2-40B4-BE49-F238E27FC236}">
                <a16:creationId xmlns:a16="http://schemas.microsoft.com/office/drawing/2014/main" id="{44F1EECB-206E-4C75-80AD-5607E7FD841A}"/>
              </a:ext>
            </a:extLst>
          </p:cNvPr>
          <p:cNvSpPr/>
          <p:nvPr/>
        </p:nvSpPr>
        <p:spPr>
          <a:xfrm>
            <a:off x="4454414" y="1180199"/>
            <a:ext cx="4672342" cy="25453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FINDINGS</a:t>
            </a:r>
          </a:p>
        </p:txBody>
      </p:sp>
      <p:grpSp>
        <p:nvGrpSpPr>
          <p:cNvPr id="2" name="Group 1">
            <a:extLst>
              <a:ext uri="{FF2B5EF4-FFF2-40B4-BE49-F238E27FC236}">
                <a16:creationId xmlns:a16="http://schemas.microsoft.com/office/drawing/2014/main" id="{93F52FA6-9A38-AF4F-A1A8-55C6157FE510}"/>
              </a:ext>
            </a:extLst>
          </p:cNvPr>
          <p:cNvGrpSpPr/>
          <p:nvPr/>
        </p:nvGrpSpPr>
        <p:grpSpPr>
          <a:xfrm>
            <a:off x="4454413" y="4099574"/>
            <a:ext cx="4672342" cy="2457569"/>
            <a:chOff x="4454414" y="4116858"/>
            <a:chExt cx="4672342" cy="2457569"/>
          </a:xfrm>
        </p:grpSpPr>
        <p:pic>
          <p:nvPicPr>
            <p:cNvPr id="20" name="Picture 19" descr="A map of different colored circles&#10;&#10;Description automatically generated">
              <a:extLst>
                <a:ext uri="{FF2B5EF4-FFF2-40B4-BE49-F238E27FC236}">
                  <a16:creationId xmlns:a16="http://schemas.microsoft.com/office/drawing/2014/main" id="{A56B681A-68C8-41B8-B8DC-44B746F598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4414" y="4116858"/>
              <a:ext cx="4672342" cy="2012017"/>
            </a:xfrm>
            <a:prstGeom prst="rect">
              <a:avLst/>
            </a:prstGeom>
          </p:spPr>
        </p:pic>
        <p:sp>
          <p:nvSpPr>
            <p:cNvPr id="21" name="TextBox 20">
              <a:extLst>
                <a:ext uri="{FF2B5EF4-FFF2-40B4-BE49-F238E27FC236}">
                  <a16:creationId xmlns:a16="http://schemas.microsoft.com/office/drawing/2014/main" id="{0C8397BA-A5A1-4FD4-8227-59286E7BB2E4}"/>
                </a:ext>
              </a:extLst>
            </p:cNvPr>
            <p:cNvSpPr txBox="1"/>
            <p:nvPr/>
          </p:nvSpPr>
          <p:spPr>
            <a:xfrm>
              <a:off x="4907541" y="6235873"/>
              <a:ext cx="3987855" cy="338554"/>
            </a:xfrm>
            <a:prstGeom prst="rect">
              <a:avLst/>
            </a:prstGeom>
            <a:noFill/>
          </p:spPr>
          <p:txBody>
            <a:bodyPr wrap="square" rtlCol="0">
              <a:spAutoFit/>
            </a:bodyPr>
            <a:lstStyle/>
            <a:p>
              <a:r>
                <a:rPr lang="en-US" sz="1600" i="1" dirty="0" err="1">
                  <a:latin typeface="Times New Roman" panose="02020603050405020304" pitchFamily="18" charset="0"/>
                  <a:cs typeface="Times New Roman" panose="02020603050405020304" pitchFamily="18" charset="0"/>
                </a:rPr>
                <a:t>Statewise</a:t>
              </a:r>
              <a:r>
                <a:rPr lang="en-US" sz="1600" i="1" dirty="0">
                  <a:latin typeface="Times New Roman" panose="02020603050405020304" pitchFamily="18" charset="0"/>
                  <a:cs typeface="Times New Roman" panose="02020603050405020304" pitchFamily="18" charset="0"/>
                </a:rPr>
                <a:t> spatial variation of crash incidents</a:t>
              </a:r>
            </a:p>
          </p:txBody>
        </p:sp>
      </p:grpSp>
      <p:grpSp>
        <p:nvGrpSpPr>
          <p:cNvPr id="3" name="Group 2">
            <a:extLst>
              <a:ext uri="{FF2B5EF4-FFF2-40B4-BE49-F238E27FC236}">
                <a16:creationId xmlns:a16="http://schemas.microsoft.com/office/drawing/2014/main" id="{C81AF8F5-2407-2280-32B0-84C18F686AD1}"/>
              </a:ext>
            </a:extLst>
          </p:cNvPr>
          <p:cNvGrpSpPr/>
          <p:nvPr/>
        </p:nvGrpSpPr>
        <p:grpSpPr>
          <a:xfrm>
            <a:off x="4454414" y="1529641"/>
            <a:ext cx="4710934" cy="2423001"/>
            <a:chOff x="4474515" y="1541728"/>
            <a:chExt cx="4710934" cy="2423001"/>
          </a:xfrm>
        </p:grpSpPr>
        <p:pic>
          <p:nvPicPr>
            <p:cNvPr id="15" name="Picture 14">
              <a:extLst>
                <a:ext uri="{FF2B5EF4-FFF2-40B4-BE49-F238E27FC236}">
                  <a16:creationId xmlns:a16="http://schemas.microsoft.com/office/drawing/2014/main" id="{89365D78-10D0-41F4-B75F-B43DF4C3998F}"/>
                </a:ext>
              </a:extLst>
            </p:cNvPr>
            <p:cNvPicPr>
              <a:picLocks noChangeAspect="1"/>
            </p:cNvPicPr>
            <p:nvPr/>
          </p:nvPicPr>
          <p:blipFill>
            <a:blip r:embed="rId5"/>
            <a:stretch>
              <a:fillRect/>
            </a:stretch>
          </p:blipFill>
          <p:spPr>
            <a:xfrm>
              <a:off x="4474515" y="1541728"/>
              <a:ext cx="4672341" cy="2101272"/>
            </a:xfrm>
            <a:prstGeom prst="rect">
              <a:avLst/>
            </a:prstGeom>
          </p:spPr>
        </p:pic>
        <p:sp>
          <p:nvSpPr>
            <p:cNvPr id="22" name="TextBox 21">
              <a:extLst>
                <a:ext uri="{FF2B5EF4-FFF2-40B4-BE49-F238E27FC236}">
                  <a16:creationId xmlns:a16="http://schemas.microsoft.com/office/drawing/2014/main" id="{67D6DA17-C53E-4794-B294-2B8D9D76B08A}"/>
                </a:ext>
              </a:extLst>
            </p:cNvPr>
            <p:cNvSpPr txBox="1"/>
            <p:nvPr/>
          </p:nvSpPr>
          <p:spPr>
            <a:xfrm>
              <a:off x="4617487" y="3656952"/>
              <a:ext cx="4567962" cy="307777"/>
            </a:xfrm>
            <a:prstGeom prst="rect">
              <a:avLst/>
            </a:prstGeom>
            <a:noFill/>
          </p:spPr>
          <p:txBody>
            <a:bodyPr wrap="square" rtlCol="0">
              <a:spAutoFit/>
            </a:bodyPr>
            <a:lstStyle/>
            <a:p>
              <a:pPr algn="ctr"/>
              <a:r>
                <a:rPr lang="en-US" sz="1400" i="1" dirty="0">
                  <a:latin typeface="Times New Roman" panose="02020603050405020304" pitchFamily="18" charset="0"/>
                  <a:cs typeface="Times New Roman" panose="02020603050405020304" pitchFamily="18" charset="0"/>
                </a:rPr>
                <a:t>Hourly variation of crash incidents within Shelby County</a:t>
              </a:r>
            </a:p>
          </p:txBody>
        </p:sp>
      </p:grpSp>
      <p:sp>
        <p:nvSpPr>
          <p:cNvPr id="23" name="Rectangle 22">
            <a:extLst>
              <a:ext uri="{FF2B5EF4-FFF2-40B4-BE49-F238E27FC236}">
                <a16:creationId xmlns:a16="http://schemas.microsoft.com/office/drawing/2014/main" id="{0A396B6F-1978-4CCC-85EE-0BD083042C76}"/>
              </a:ext>
            </a:extLst>
          </p:cNvPr>
          <p:cNvSpPr/>
          <p:nvPr/>
        </p:nvSpPr>
        <p:spPr>
          <a:xfrm>
            <a:off x="-9703" y="5838290"/>
            <a:ext cx="4163587" cy="30012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STUDY AREA</a:t>
            </a:r>
          </a:p>
        </p:txBody>
      </p:sp>
      <p:sp>
        <p:nvSpPr>
          <p:cNvPr id="24" name="TextBox 23">
            <a:extLst>
              <a:ext uri="{FF2B5EF4-FFF2-40B4-BE49-F238E27FC236}">
                <a16:creationId xmlns:a16="http://schemas.microsoft.com/office/drawing/2014/main" id="{6E9C5B5A-6BBE-4725-B35D-62AC09E56658}"/>
              </a:ext>
            </a:extLst>
          </p:cNvPr>
          <p:cNvSpPr txBox="1"/>
          <p:nvPr/>
        </p:nvSpPr>
        <p:spPr>
          <a:xfrm>
            <a:off x="-32688" y="6117804"/>
            <a:ext cx="4186572"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State of Tennessee with a focus on </a:t>
            </a:r>
            <a:r>
              <a:rPr lang="en-US" sz="1600" b="1" dirty="0">
                <a:latin typeface="Times New Roman" panose="02020603050405020304" pitchFamily="18" charset="0"/>
                <a:cs typeface="Times New Roman" panose="02020603050405020304" pitchFamily="18" charset="0"/>
              </a:rPr>
              <a:t>Shelby County </a:t>
            </a:r>
          </a:p>
        </p:txBody>
      </p:sp>
    </p:spTree>
    <p:extLst>
      <p:ext uri="{BB962C8B-B14F-4D97-AF65-F5344CB8AC3E}">
        <p14:creationId xmlns:p14="http://schemas.microsoft.com/office/powerpoint/2010/main" val="1189012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191cb9d-c505-4e20-9703-c5e902f7bcf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AB1FAB5D18FEB4C95B973E604B861B0" ma:contentTypeVersion="11" ma:contentTypeDescription="Create a new document." ma:contentTypeScope="" ma:versionID="3589df827e3dbd66cd61795ea92a2142">
  <xsd:schema xmlns:xsd="http://www.w3.org/2001/XMLSchema" xmlns:xs="http://www.w3.org/2001/XMLSchema" xmlns:p="http://schemas.microsoft.com/office/2006/metadata/properties" xmlns:ns3="f191cb9d-c505-4e20-9703-c5e902f7bcf2" targetNamespace="http://schemas.microsoft.com/office/2006/metadata/properties" ma:root="true" ma:fieldsID="9e02a9b4498ec878565c76b9ef7b04ad" ns3:_="">
    <xsd:import namespace="f191cb9d-c505-4e20-9703-c5e902f7bcf2"/>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Location" minOccurs="0"/>
                <xsd:element ref="ns3:MediaServiceGenerationTime" minOccurs="0"/>
                <xsd:element ref="ns3:MediaServiceEventHashCode" minOccurs="0"/>
                <xsd:element ref="ns3:_activity"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91cb9d-c505-4e20-9703-c5e902f7bc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0F78A9-2C98-4804-B8DE-726DAF558080}">
  <ds:schemaRefs>
    <ds:schemaRef ds:uri="http://purl.org/dc/terms/"/>
    <ds:schemaRef ds:uri="http://schemas.openxmlformats.org/package/2006/metadata/core-properties"/>
    <ds:schemaRef ds:uri="f191cb9d-c505-4e20-9703-c5e902f7bcf2"/>
    <ds:schemaRef ds:uri="http://schemas.microsoft.com/office/infopath/2007/PartnerControls"/>
    <ds:schemaRef ds:uri="http://purl.org/dc/dcmitype/"/>
    <ds:schemaRef ds:uri="http://schemas.microsoft.com/office/2006/metadata/properties"/>
    <ds:schemaRef ds:uri="http://schemas.microsoft.com/office/2006/documentManagement/types"/>
    <ds:schemaRef ds:uri="http://www.w3.org/XML/1998/namespace"/>
    <ds:schemaRef ds:uri="http://purl.org/dc/elements/1.1/"/>
  </ds:schemaRefs>
</ds:datastoreItem>
</file>

<file path=customXml/itemProps2.xml><?xml version="1.0" encoding="utf-8"?>
<ds:datastoreItem xmlns:ds="http://schemas.openxmlformats.org/officeDocument/2006/customXml" ds:itemID="{D851AB5B-F0BF-42EB-A68B-4688BB9240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91cb9d-c505-4e20-9703-c5e902f7bc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26F5F6-1D8D-4B93-96A7-F4E1FB93E8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59</TotalTime>
  <Words>149</Words>
  <Application>Microsoft Office PowerPoint</Application>
  <PresentationFormat>On-screen Show (4:3)</PresentationFormat>
  <Paragraphs>14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Aman Agrawal (agrawal2)</cp:lastModifiedBy>
  <cp:revision>14</cp:revision>
  <dcterms:created xsi:type="dcterms:W3CDTF">2025-03-31T05:15:14Z</dcterms:created>
  <dcterms:modified xsi:type="dcterms:W3CDTF">2025-04-01T14:44:35Z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0x010100DAB1FAB5D18FEB4C95B973E604B861B0</vt:lpwstr>
  </property>
</Properties>
</file>