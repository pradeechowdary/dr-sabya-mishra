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1945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81B385-B109-5EFE-237F-094C554416C9}" name="Sabyasachee Mishra (smishra3)" initials="SM(" userId="S::smishra3@memphis.edu::c01d7e43-6a02-4616-ba67-98d58ca720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D0F2"/>
    <a:srgbClr val="006699"/>
    <a:srgbClr val="1F5DAB"/>
    <a:srgbClr val="FFFFFF"/>
    <a:srgbClr val="2F539F"/>
    <a:srgbClr val="4E618B"/>
    <a:srgbClr val="5087A5"/>
    <a:srgbClr val="729CA4"/>
    <a:srgbClr val="8DB8EB"/>
    <a:srgbClr val="366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DE926-3B8E-40A2-BC58-6E569E146988}" v="5" dt="2025-03-31T05:03:47.565"/>
    <p1510:client id="{3C63DFFF-69CD-4263-AAC9-5C23A4DB3459}" v="172" dt="2025-03-30T20:54:19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Agrawal (agrawal2)" userId="8c28279b-8179-4dce-b210-2d2fd5dbc7c5" providerId="ADAL" clId="{113DE926-3B8E-40A2-BC58-6E569E146988}"/>
    <pc:docChg chg="custSel modSld">
      <pc:chgData name="Aman Agrawal (agrawal2)" userId="8c28279b-8179-4dce-b210-2d2fd5dbc7c5" providerId="ADAL" clId="{113DE926-3B8E-40A2-BC58-6E569E146988}" dt="2025-03-31T05:03:47.565" v="4" actId="1076"/>
      <pc:docMkLst>
        <pc:docMk/>
      </pc:docMkLst>
      <pc:sldChg chg="addSp delSp modSp mod">
        <pc:chgData name="Aman Agrawal (agrawal2)" userId="8c28279b-8179-4dce-b210-2d2fd5dbc7c5" providerId="ADAL" clId="{113DE926-3B8E-40A2-BC58-6E569E146988}" dt="2025-03-31T05:03:47.565" v="4" actId="1076"/>
        <pc:sldMkLst>
          <pc:docMk/>
          <pc:sldMk cId="1460432089" sldId="256"/>
        </pc:sldMkLst>
        <pc:picChg chg="add mod">
          <ac:chgData name="Aman Agrawal (agrawal2)" userId="8c28279b-8179-4dce-b210-2d2fd5dbc7c5" providerId="ADAL" clId="{113DE926-3B8E-40A2-BC58-6E569E146988}" dt="2025-03-31T05:03:47.565" v="4" actId="1076"/>
          <ac:picMkLst>
            <pc:docMk/>
            <pc:sldMk cId="1460432089" sldId="256"/>
            <ac:picMk id="3" creationId="{61917B26-971E-150D-8807-B9023A2BF73E}"/>
          </ac:picMkLst>
        </pc:picChg>
        <pc:picChg chg="del">
          <ac:chgData name="Aman Agrawal (agrawal2)" userId="8c28279b-8179-4dce-b210-2d2fd5dbc7c5" providerId="ADAL" clId="{113DE926-3B8E-40A2-BC58-6E569E146988}" dt="2025-03-31T05:03:32.227" v="0" actId="478"/>
          <ac:picMkLst>
            <pc:docMk/>
            <pc:sldMk cId="1460432089" sldId="256"/>
            <ac:picMk id="1151" creationId="{E0C1153C-00CF-8940-32F8-2D955B13976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847A21-AE22-4F72-98F1-6B80B8EAEBA7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665630C-22C4-454D-AB09-1028A7690468}">
      <dgm:prSet custT="1"/>
      <dgm:spPr>
        <a:xfrm>
          <a:off x="1057183" y="1805"/>
          <a:ext cx="9458416" cy="915310"/>
        </a:xfrm>
        <a:prstGeom prst="rect">
          <a:avLst/>
        </a:prstGeom>
      </dgm:spPr>
      <dgm:t>
        <a:bodyPr/>
        <a:lstStyle/>
        <a:p>
          <a:pPr>
            <a:lnSpc>
              <a:spcPct val="100000"/>
            </a:lnSpc>
          </a:pPr>
          <a:r>
            <a:rPr lang="en-US" sz="44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Do Nudgeable travelers exist?  If yes, who are they?</a:t>
          </a:r>
        </a:p>
      </dgm:t>
    </dgm:pt>
    <dgm:pt modelId="{992C92C1-FE32-449B-8DE6-C92D6ED59388}" type="parTrans" cxnId="{187DFDD3-357B-4206-8341-EE82E92D0815}">
      <dgm:prSet/>
      <dgm:spPr/>
      <dgm:t>
        <a:bodyPr/>
        <a:lstStyle/>
        <a:p>
          <a:endParaRPr lang="en-US" sz="4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7CEAA3-A26E-49FE-9731-E3A210C53C10}" type="sibTrans" cxnId="{187DFDD3-357B-4206-8341-EE82E92D0815}">
      <dgm:prSet/>
      <dgm:spPr/>
      <dgm:t>
        <a:bodyPr/>
        <a:lstStyle/>
        <a:p>
          <a:endParaRPr lang="en-US" sz="4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27FC1F-4D8D-407B-A2A3-ECF032DD29F1}">
      <dgm:prSet custT="1"/>
      <dgm:spPr>
        <a:xfrm>
          <a:off x="1057183" y="1145944"/>
          <a:ext cx="9458416" cy="915310"/>
        </a:xfrm>
        <a:prstGeom prst="rect">
          <a:avLst/>
        </a:prstGeom>
      </dgm:spPr>
      <dgm:t>
        <a:bodyPr/>
        <a:lstStyle/>
        <a:p>
          <a:pPr>
            <a:lnSpc>
              <a:spcPct val="100000"/>
            </a:lnSpc>
          </a:pPr>
          <a:r>
            <a:rPr lang="en-US" sz="44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How can </a:t>
          </a:r>
          <a:r>
            <a:rPr lang="en-US" sz="4400" err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nudgeble</a:t>
          </a:r>
          <a:r>
            <a:rPr lang="en-US" sz="44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travelers be recruited to engage in the pilot?</a:t>
          </a:r>
        </a:p>
      </dgm:t>
    </dgm:pt>
    <dgm:pt modelId="{B93EF802-F51D-4751-A05B-CC08A3E4E2AD}" type="parTrans" cxnId="{1E88CE0D-4E87-49E0-A6F0-FCA203617EE4}">
      <dgm:prSet/>
      <dgm:spPr/>
      <dgm:t>
        <a:bodyPr/>
        <a:lstStyle/>
        <a:p>
          <a:endParaRPr lang="en-US" sz="4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B237FA-72B9-4007-BCF3-8D1FB16A794D}" type="sibTrans" cxnId="{1E88CE0D-4E87-49E0-A6F0-FCA203617EE4}">
      <dgm:prSet/>
      <dgm:spPr/>
      <dgm:t>
        <a:bodyPr/>
        <a:lstStyle/>
        <a:p>
          <a:endParaRPr lang="en-US" sz="4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3B09F0-8F4E-4FDA-AA98-37863EEB3284}">
      <dgm:prSet custT="1"/>
      <dgm:spPr>
        <a:xfrm>
          <a:off x="1057183" y="2290082"/>
          <a:ext cx="9458416" cy="915310"/>
        </a:xfrm>
        <a:prstGeom prst="rect">
          <a:avLst/>
        </a:prstGeom>
      </dgm:spPr>
      <dgm:t>
        <a:bodyPr/>
        <a:lstStyle/>
        <a:p>
          <a:pPr>
            <a:lnSpc>
              <a:spcPct val="100000"/>
            </a:lnSpc>
          </a:pPr>
          <a:r>
            <a:rPr lang="en-US" sz="44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Which message prompts behavior change, and what level of incentive is needed?</a:t>
          </a:r>
        </a:p>
      </dgm:t>
    </dgm:pt>
    <dgm:pt modelId="{71A5EBA5-F0EB-4640-B949-BF697A45A932}" type="parTrans" cxnId="{07FD872F-A8DA-4D2D-BFDE-D5B870916DF0}">
      <dgm:prSet/>
      <dgm:spPr/>
      <dgm:t>
        <a:bodyPr/>
        <a:lstStyle/>
        <a:p>
          <a:endParaRPr lang="en-US" sz="4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A6CF97-3524-47B8-80F1-F3D3733D66E4}" type="sibTrans" cxnId="{07FD872F-A8DA-4D2D-BFDE-D5B870916DF0}">
      <dgm:prSet/>
      <dgm:spPr/>
      <dgm:t>
        <a:bodyPr/>
        <a:lstStyle/>
        <a:p>
          <a:endParaRPr lang="en-US" sz="4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AEE7BE-650C-40F9-96B6-4839C8E7E128}">
      <dgm:prSet custT="1"/>
      <dgm:spPr>
        <a:xfrm>
          <a:off x="1057183" y="3434221"/>
          <a:ext cx="9458416" cy="915310"/>
        </a:xfrm>
        <a:prstGeom prst="rect">
          <a:avLst/>
        </a:prstGeom>
      </dgm:spPr>
      <dgm:t>
        <a:bodyPr/>
        <a:lstStyle/>
        <a:p>
          <a:pPr>
            <a:lnSpc>
              <a:spcPct val="100000"/>
            </a:lnSpc>
          </a:pPr>
          <a:r>
            <a:rPr lang="en-US" sz="44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How to scale the findings and strategies to the regional level?</a:t>
          </a:r>
        </a:p>
      </dgm:t>
    </dgm:pt>
    <dgm:pt modelId="{81FCAB3F-CC5F-4EDE-85B8-5FA9E37B4EF0}" type="parTrans" cxnId="{60D38251-2482-4093-954D-022CDC5ADC27}">
      <dgm:prSet/>
      <dgm:spPr/>
      <dgm:t>
        <a:bodyPr/>
        <a:lstStyle/>
        <a:p>
          <a:endParaRPr lang="en-US" sz="4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39FCA2-7FBC-4C8D-865A-0639E6908C82}" type="sibTrans" cxnId="{60D38251-2482-4093-954D-022CDC5ADC27}">
      <dgm:prSet/>
      <dgm:spPr/>
      <dgm:t>
        <a:bodyPr/>
        <a:lstStyle/>
        <a:p>
          <a:endParaRPr lang="en-US" sz="4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91FD45-E641-4AD8-ABB5-23A684FE2E58}" type="pres">
      <dgm:prSet presAssocID="{F6847A21-AE22-4F72-98F1-6B80B8EAEBA7}" presName="root" presStyleCnt="0">
        <dgm:presLayoutVars>
          <dgm:dir/>
          <dgm:resizeHandles val="exact"/>
        </dgm:presLayoutVars>
      </dgm:prSet>
      <dgm:spPr/>
    </dgm:pt>
    <dgm:pt modelId="{5554B0B3-F066-4DF8-B99A-AC10141554AB}" type="pres">
      <dgm:prSet presAssocID="{F665630C-22C4-454D-AB09-1028A7690468}" presName="compNode" presStyleCnt="0"/>
      <dgm:spPr/>
    </dgm:pt>
    <dgm:pt modelId="{D37F8C91-6E0B-4191-8E89-AE5A3784FB3D}" type="pres">
      <dgm:prSet presAssocID="{F665630C-22C4-454D-AB09-1028A7690468}" presName="bgRect" presStyleLbl="bgShp" presStyleIdx="0" presStyleCnt="4"/>
      <dgm:spPr>
        <a:xfrm>
          <a:off x="0" y="1805"/>
          <a:ext cx="10515600" cy="915310"/>
        </a:xfrm>
        <a:prstGeom prst="roundRect">
          <a:avLst>
            <a:gd name="adj" fmla="val 10000"/>
          </a:avLst>
        </a:prstGeom>
      </dgm:spPr>
    </dgm:pt>
    <dgm:pt modelId="{8BEE6B7B-025D-4B93-BE3D-C9CCF7C4DF4D}" type="pres">
      <dgm:prSet presAssocID="{F665630C-22C4-454D-AB09-1028A7690468}" presName="iconRect" presStyleLbl="node1" presStyleIdx="0" presStyleCnt="4"/>
      <dgm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A27E6DE5-48C5-4FE4-8951-96D999E2D755}" type="pres">
      <dgm:prSet presAssocID="{F665630C-22C4-454D-AB09-1028A7690468}" presName="spaceRect" presStyleCnt="0"/>
      <dgm:spPr/>
    </dgm:pt>
    <dgm:pt modelId="{4AD3B3D1-0708-4427-AE2B-59DAF8FB3B30}" type="pres">
      <dgm:prSet presAssocID="{F665630C-22C4-454D-AB09-1028A7690468}" presName="parTx" presStyleLbl="revTx" presStyleIdx="0" presStyleCnt="4">
        <dgm:presLayoutVars>
          <dgm:chMax val="0"/>
          <dgm:chPref val="0"/>
        </dgm:presLayoutVars>
      </dgm:prSet>
      <dgm:spPr/>
    </dgm:pt>
    <dgm:pt modelId="{D11F3B7E-19BE-43C7-8EA2-413D62D29FCD}" type="pres">
      <dgm:prSet presAssocID="{997CEAA3-A26E-49FE-9731-E3A210C53C10}" presName="sibTrans" presStyleCnt="0"/>
      <dgm:spPr/>
    </dgm:pt>
    <dgm:pt modelId="{909D8ACC-E263-4C67-A26D-EB3492D0E74E}" type="pres">
      <dgm:prSet presAssocID="{4027FC1F-4D8D-407B-A2A3-ECF032DD29F1}" presName="compNode" presStyleCnt="0"/>
      <dgm:spPr/>
    </dgm:pt>
    <dgm:pt modelId="{0F0C6AC5-D358-4E5C-8B2C-707F22CD95A0}" type="pres">
      <dgm:prSet presAssocID="{4027FC1F-4D8D-407B-A2A3-ECF032DD29F1}" presName="bgRect" presStyleLbl="bgShp" presStyleIdx="1" presStyleCnt="4"/>
      <dgm:spPr>
        <a:xfrm>
          <a:off x="0" y="1145944"/>
          <a:ext cx="10515600" cy="915310"/>
        </a:xfrm>
        <a:prstGeom prst="roundRect">
          <a:avLst>
            <a:gd name="adj" fmla="val 10000"/>
          </a:avLst>
        </a:prstGeom>
      </dgm:spPr>
    </dgm:pt>
    <dgm:pt modelId="{42A9266B-1EB5-4147-A718-51F2D890AC4B}" type="pres">
      <dgm:prSet presAssocID="{4027FC1F-4D8D-407B-A2A3-ECF032DD29F1}" presName="iconRect" presStyleLbl="node1" presStyleIdx="1" presStyleCnt="4"/>
      <dgm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5B1ECD0A-7480-4B70-849C-2BA2ACA5A854}" type="pres">
      <dgm:prSet presAssocID="{4027FC1F-4D8D-407B-A2A3-ECF032DD29F1}" presName="spaceRect" presStyleCnt="0"/>
      <dgm:spPr/>
    </dgm:pt>
    <dgm:pt modelId="{7649CC08-7C29-4CB5-B494-9740F43D6066}" type="pres">
      <dgm:prSet presAssocID="{4027FC1F-4D8D-407B-A2A3-ECF032DD29F1}" presName="parTx" presStyleLbl="revTx" presStyleIdx="1" presStyleCnt="4">
        <dgm:presLayoutVars>
          <dgm:chMax val="0"/>
          <dgm:chPref val="0"/>
        </dgm:presLayoutVars>
      </dgm:prSet>
      <dgm:spPr/>
    </dgm:pt>
    <dgm:pt modelId="{4D45CA82-C2B6-4495-B324-5D38C9B1D5BD}" type="pres">
      <dgm:prSet presAssocID="{9FB237FA-72B9-4007-BCF3-8D1FB16A794D}" presName="sibTrans" presStyleCnt="0"/>
      <dgm:spPr/>
    </dgm:pt>
    <dgm:pt modelId="{9DC4C272-0378-4CED-9755-FA48549CC636}" type="pres">
      <dgm:prSet presAssocID="{F63B09F0-8F4E-4FDA-AA98-37863EEB3284}" presName="compNode" presStyleCnt="0"/>
      <dgm:spPr/>
    </dgm:pt>
    <dgm:pt modelId="{1787CF3E-074C-4A0E-A977-EFAEEC1F01EB}" type="pres">
      <dgm:prSet presAssocID="{F63B09F0-8F4E-4FDA-AA98-37863EEB3284}" presName="bgRect" presStyleLbl="bgShp" presStyleIdx="2" presStyleCnt="4"/>
      <dgm:spPr>
        <a:xfrm>
          <a:off x="0" y="2290082"/>
          <a:ext cx="10515600" cy="915310"/>
        </a:xfrm>
        <a:prstGeom prst="roundRect">
          <a:avLst>
            <a:gd name="adj" fmla="val 10000"/>
          </a:avLst>
        </a:prstGeom>
      </dgm:spPr>
    </dgm:pt>
    <dgm:pt modelId="{E49781A1-BE5B-4C1B-9488-E9746E8FACF2}" type="pres">
      <dgm:prSet presAssocID="{F63B09F0-8F4E-4FDA-AA98-37863EEB3284}" presName="iconRect" presStyleLbl="node1" presStyleIdx="2" presStyleCnt="4"/>
      <dgm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212C66A8-F0A3-4D4E-9649-AC6E905B54EE}" type="pres">
      <dgm:prSet presAssocID="{F63B09F0-8F4E-4FDA-AA98-37863EEB3284}" presName="spaceRect" presStyleCnt="0"/>
      <dgm:spPr/>
    </dgm:pt>
    <dgm:pt modelId="{5409149C-9FAA-4FB9-A402-25A25346A138}" type="pres">
      <dgm:prSet presAssocID="{F63B09F0-8F4E-4FDA-AA98-37863EEB3284}" presName="parTx" presStyleLbl="revTx" presStyleIdx="2" presStyleCnt="4">
        <dgm:presLayoutVars>
          <dgm:chMax val="0"/>
          <dgm:chPref val="0"/>
        </dgm:presLayoutVars>
      </dgm:prSet>
      <dgm:spPr/>
    </dgm:pt>
    <dgm:pt modelId="{B1EF3737-578C-4079-9C9C-D208AEA4D469}" type="pres">
      <dgm:prSet presAssocID="{9AA6CF97-3524-47B8-80F1-F3D3733D66E4}" presName="sibTrans" presStyleCnt="0"/>
      <dgm:spPr/>
    </dgm:pt>
    <dgm:pt modelId="{462B7310-84C3-4C47-9D80-DD06028AC0D3}" type="pres">
      <dgm:prSet presAssocID="{0DAEE7BE-650C-40F9-96B6-4839C8E7E128}" presName="compNode" presStyleCnt="0"/>
      <dgm:spPr/>
    </dgm:pt>
    <dgm:pt modelId="{7DDF478F-52DF-4766-ADE4-284DF52398A2}" type="pres">
      <dgm:prSet presAssocID="{0DAEE7BE-650C-40F9-96B6-4839C8E7E128}" presName="bgRect" presStyleLbl="bgShp" presStyleIdx="3" presStyleCnt="4" custLinFactNeighborX="-359" custLinFactNeighborY="58614"/>
      <dgm:spPr>
        <a:xfrm>
          <a:off x="0" y="3434221"/>
          <a:ext cx="10515600" cy="915310"/>
        </a:xfrm>
        <a:prstGeom prst="roundRect">
          <a:avLst>
            <a:gd name="adj" fmla="val 10000"/>
          </a:avLst>
        </a:prstGeom>
      </dgm:spPr>
    </dgm:pt>
    <dgm:pt modelId="{9BDFDB36-57E9-40DD-9205-37802F2D79CE}" type="pres">
      <dgm:prSet presAssocID="{0DAEE7BE-650C-40F9-96B6-4839C8E7E128}" presName="iconRect" presStyleLbl="node1" presStyleIdx="3" presStyleCnt="4"/>
      <dgm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64F4710D-0DFF-4219-85DB-535BD949E2E0}" type="pres">
      <dgm:prSet presAssocID="{0DAEE7BE-650C-40F9-96B6-4839C8E7E128}" presName="spaceRect" presStyleCnt="0"/>
      <dgm:spPr/>
    </dgm:pt>
    <dgm:pt modelId="{06AB1891-96B5-4EC2-8A10-185D4D55A02F}" type="pres">
      <dgm:prSet presAssocID="{0DAEE7BE-650C-40F9-96B6-4839C8E7E12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E88CE0D-4E87-49E0-A6F0-FCA203617EE4}" srcId="{F6847A21-AE22-4F72-98F1-6B80B8EAEBA7}" destId="{4027FC1F-4D8D-407B-A2A3-ECF032DD29F1}" srcOrd="1" destOrd="0" parTransId="{B93EF802-F51D-4751-A05B-CC08A3E4E2AD}" sibTransId="{9FB237FA-72B9-4007-BCF3-8D1FB16A794D}"/>
    <dgm:cxn modelId="{2BBA4C2E-FC9E-4082-BDCE-632996912D0B}" type="presOf" srcId="{F63B09F0-8F4E-4FDA-AA98-37863EEB3284}" destId="{5409149C-9FAA-4FB9-A402-25A25346A138}" srcOrd="0" destOrd="0" presId="urn:microsoft.com/office/officeart/2018/2/layout/IconVerticalSolidList"/>
    <dgm:cxn modelId="{07FD872F-A8DA-4D2D-BFDE-D5B870916DF0}" srcId="{F6847A21-AE22-4F72-98F1-6B80B8EAEBA7}" destId="{F63B09F0-8F4E-4FDA-AA98-37863EEB3284}" srcOrd="2" destOrd="0" parTransId="{71A5EBA5-F0EB-4640-B949-BF697A45A932}" sibTransId="{9AA6CF97-3524-47B8-80F1-F3D3733D66E4}"/>
    <dgm:cxn modelId="{FE79523C-6DCE-494D-8242-E2963CF6A4F1}" type="presOf" srcId="{0DAEE7BE-650C-40F9-96B6-4839C8E7E128}" destId="{06AB1891-96B5-4EC2-8A10-185D4D55A02F}" srcOrd="0" destOrd="0" presId="urn:microsoft.com/office/officeart/2018/2/layout/IconVerticalSolidList"/>
    <dgm:cxn modelId="{8A8A2741-38EF-48E1-AF0B-A1F7C6B19950}" type="presOf" srcId="{F665630C-22C4-454D-AB09-1028A7690468}" destId="{4AD3B3D1-0708-4427-AE2B-59DAF8FB3B30}" srcOrd="0" destOrd="0" presId="urn:microsoft.com/office/officeart/2018/2/layout/IconVerticalSolidList"/>
    <dgm:cxn modelId="{60D38251-2482-4093-954D-022CDC5ADC27}" srcId="{F6847A21-AE22-4F72-98F1-6B80B8EAEBA7}" destId="{0DAEE7BE-650C-40F9-96B6-4839C8E7E128}" srcOrd="3" destOrd="0" parTransId="{81FCAB3F-CC5F-4EDE-85B8-5FA9E37B4EF0}" sibTransId="{DB39FCA2-7FBC-4C8D-865A-0639E6908C82}"/>
    <dgm:cxn modelId="{3BE18056-0D15-4E0E-A439-1454ECA21948}" type="presOf" srcId="{F6847A21-AE22-4F72-98F1-6B80B8EAEBA7}" destId="{9391FD45-E641-4AD8-ABB5-23A684FE2E58}" srcOrd="0" destOrd="0" presId="urn:microsoft.com/office/officeart/2018/2/layout/IconVerticalSolidList"/>
    <dgm:cxn modelId="{187DFDD3-357B-4206-8341-EE82E92D0815}" srcId="{F6847A21-AE22-4F72-98F1-6B80B8EAEBA7}" destId="{F665630C-22C4-454D-AB09-1028A7690468}" srcOrd="0" destOrd="0" parTransId="{992C92C1-FE32-449B-8DE6-C92D6ED59388}" sibTransId="{997CEAA3-A26E-49FE-9731-E3A210C53C10}"/>
    <dgm:cxn modelId="{087B2DE3-F592-479B-B4EB-52C3FC04916C}" type="presOf" srcId="{4027FC1F-4D8D-407B-A2A3-ECF032DD29F1}" destId="{7649CC08-7C29-4CB5-B494-9740F43D6066}" srcOrd="0" destOrd="0" presId="urn:microsoft.com/office/officeart/2018/2/layout/IconVerticalSolidList"/>
    <dgm:cxn modelId="{1A6B6FCE-0E21-415F-ACCA-0A62CCC9AC77}" type="presParOf" srcId="{9391FD45-E641-4AD8-ABB5-23A684FE2E58}" destId="{5554B0B3-F066-4DF8-B99A-AC10141554AB}" srcOrd="0" destOrd="0" presId="urn:microsoft.com/office/officeart/2018/2/layout/IconVerticalSolidList"/>
    <dgm:cxn modelId="{FA68FE5C-63A8-4AE1-A8EF-41923CC7D956}" type="presParOf" srcId="{5554B0B3-F066-4DF8-B99A-AC10141554AB}" destId="{D37F8C91-6E0B-4191-8E89-AE5A3784FB3D}" srcOrd="0" destOrd="0" presId="urn:microsoft.com/office/officeart/2018/2/layout/IconVerticalSolidList"/>
    <dgm:cxn modelId="{21FB4C37-483C-4D9B-8ED2-51263B29CD16}" type="presParOf" srcId="{5554B0B3-F066-4DF8-B99A-AC10141554AB}" destId="{8BEE6B7B-025D-4B93-BE3D-C9CCF7C4DF4D}" srcOrd="1" destOrd="0" presId="urn:microsoft.com/office/officeart/2018/2/layout/IconVerticalSolidList"/>
    <dgm:cxn modelId="{CF6B94D8-1992-4181-A271-40078E30EB8D}" type="presParOf" srcId="{5554B0B3-F066-4DF8-B99A-AC10141554AB}" destId="{A27E6DE5-48C5-4FE4-8951-96D999E2D755}" srcOrd="2" destOrd="0" presId="urn:microsoft.com/office/officeart/2018/2/layout/IconVerticalSolidList"/>
    <dgm:cxn modelId="{B2B46EE4-3683-4548-A802-C68BF3D4DD4B}" type="presParOf" srcId="{5554B0B3-F066-4DF8-B99A-AC10141554AB}" destId="{4AD3B3D1-0708-4427-AE2B-59DAF8FB3B30}" srcOrd="3" destOrd="0" presId="urn:microsoft.com/office/officeart/2018/2/layout/IconVerticalSolidList"/>
    <dgm:cxn modelId="{6CCF9D00-1C9E-4CBD-9A4D-33F11359ACB9}" type="presParOf" srcId="{9391FD45-E641-4AD8-ABB5-23A684FE2E58}" destId="{D11F3B7E-19BE-43C7-8EA2-413D62D29FCD}" srcOrd="1" destOrd="0" presId="urn:microsoft.com/office/officeart/2018/2/layout/IconVerticalSolidList"/>
    <dgm:cxn modelId="{A28EE685-FB12-427A-8720-DD551153FBB1}" type="presParOf" srcId="{9391FD45-E641-4AD8-ABB5-23A684FE2E58}" destId="{909D8ACC-E263-4C67-A26D-EB3492D0E74E}" srcOrd="2" destOrd="0" presId="urn:microsoft.com/office/officeart/2018/2/layout/IconVerticalSolidList"/>
    <dgm:cxn modelId="{4D2AD313-ED33-4E64-9977-BB398AD9E06F}" type="presParOf" srcId="{909D8ACC-E263-4C67-A26D-EB3492D0E74E}" destId="{0F0C6AC5-D358-4E5C-8B2C-707F22CD95A0}" srcOrd="0" destOrd="0" presId="urn:microsoft.com/office/officeart/2018/2/layout/IconVerticalSolidList"/>
    <dgm:cxn modelId="{EED356EE-A461-4780-8ED3-F3D43D291508}" type="presParOf" srcId="{909D8ACC-E263-4C67-A26D-EB3492D0E74E}" destId="{42A9266B-1EB5-4147-A718-51F2D890AC4B}" srcOrd="1" destOrd="0" presId="urn:microsoft.com/office/officeart/2018/2/layout/IconVerticalSolidList"/>
    <dgm:cxn modelId="{6976E25B-DD41-40E0-A65C-78A0EFE2957A}" type="presParOf" srcId="{909D8ACC-E263-4C67-A26D-EB3492D0E74E}" destId="{5B1ECD0A-7480-4B70-849C-2BA2ACA5A854}" srcOrd="2" destOrd="0" presId="urn:microsoft.com/office/officeart/2018/2/layout/IconVerticalSolidList"/>
    <dgm:cxn modelId="{E889F0B3-A482-4268-B3CB-173D25BA3F11}" type="presParOf" srcId="{909D8ACC-E263-4C67-A26D-EB3492D0E74E}" destId="{7649CC08-7C29-4CB5-B494-9740F43D6066}" srcOrd="3" destOrd="0" presId="urn:microsoft.com/office/officeart/2018/2/layout/IconVerticalSolidList"/>
    <dgm:cxn modelId="{8A1D9886-DCD4-4FCA-9D32-BAA1778F6A58}" type="presParOf" srcId="{9391FD45-E641-4AD8-ABB5-23A684FE2E58}" destId="{4D45CA82-C2B6-4495-B324-5D38C9B1D5BD}" srcOrd="3" destOrd="0" presId="urn:microsoft.com/office/officeart/2018/2/layout/IconVerticalSolidList"/>
    <dgm:cxn modelId="{53B47F79-64EE-4724-9571-4E6C0C63489E}" type="presParOf" srcId="{9391FD45-E641-4AD8-ABB5-23A684FE2E58}" destId="{9DC4C272-0378-4CED-9755-FA48549CC636}" srcOrd="4" destOrd="0" presId="urn:microsoft.com/office/officeart/2018/2/layout/IconVerticalSolidList"/>
    <dgm:cxn modelId="{777DBA6F-7178-40AA-B53A-1D98C6B1789B}" type="presParOf" srcId="{9DC4C272-0378-4CED-9755-FA48549CC636}" destId="{1787CF3E-074C-4A0E-A977-EFAEEC1F01EB}" srcOrd="0" destOrd="0" presId="urn:microsoft.com/office/officeart/2018/2/layout/IconVerticalSolidList"/>
    <dgm:cxn modelId="{2A7D3909-E6A1-4019-8055-80719689D8B3}" type="presParOf" srcId="{9DC4C272-0378-4CED-9755-FA48549CC636}" destId="{E49781A1-BE5B-4C1B-9488-E9746E8FACF2}" srcOrd="1" destOrd="0" presId="urn:microsoft.com/office/officeart/2018/2/layout/IconVerticalSolidList"/>
    <dgm:cxn modelId="{ABD2EA7B-9D60-47F3-9545-E8D5A5503626}" type="presParOf" srcId="{9DC4C272-0378-4CED-9755-FA48549CC636}" destId="{212C66A8-F0A3-4D4E-9649-AC6E905B54EE}" srcOrd="2" destOrd="0" presId="urn:microsoft.com/office/officeart/2018/2/layout/IconVerticalSolidList"/>
    <dgm:cxn modelId="{683190F5-E135-43BD-9CC8-CF8D5197C70C}" type="presParOf" srcId="{9DC4C272-0378-4CED-9755-FA48549CC636}" destId="{5409149C-9FAA-4FB9-A402-25A25346A138}" srcOrd="3" destOrd="0" presId="urn:microsoft.com/office/officeart/2018/2/layout/IconVerticalSolidList"/>
    <dgm:cxn modelId="{B0B8E1AA-3964-4FD0-BC2D-E6652F6661A7}" type="presParOf" srcId="{9391FD45-E641-4AD8-ABB5-23A684FE2E58}" destId="{B1EF3737-578C-4079-9C9C-D208AEA4D469}" srcOrd="5" destOrd="0" presId="urn:microsoft.com/office/officeart/2018/2/layout/IconVerticalSolidList"/>
    <dgm:cxn modelId="{DFA1ABAF-92AE-4083-AC5B-22D8A94B0B82}" type="presParOf" srcId="{9391FD45-E641-4AD8-ABB5-23A684FE2E58}" destId="{462B7310-84C3-4C47-9D80-DD06028AC0D3}" srcOrd="6" destOrd="0" presId="urn:microsoft.com/office/officeart/2018/2/layout/IconVerticalSolidList"/>
    <dgm:cxn modelId="{E201B713-424A-4D7C-BE74-E05412248071}" type="presParOf" srcId="{462B7310-84C3-4C47-9D80-DD06028AC0D3}" destId="{7DDF478F-52DF-4766-ADE4-284DF52398A2}" srcOrd="0" destOrd="0" presId="urn:microsoft.com/office/officeart/2018/2/layout/IconVerticalSolidList"/>
    <dgm:cxn modelId="{FC1AC97D-EF51-4F9C-AB83-3F925603E2C8}" type="presParOf" srcId="{462B7310-84C3-4C47-9D80-DD06028AC0D3}" destId="{9BDFDB36-57E9-40DD-9205-37802F2D79CE}" srcOrd="1" destOrd="0" presId="urn:microsoft.com/office/officeart/2018/2/layout/IconVerticalSolidList"/>
    <dgm:cxn modelId="{8B6D1330-F9D8-4BB8-8842-2DDCF4542F79}" type="presParOf" srcId="{462B7310-84C3-4C47-9D80-DD06028AC0D3}" destId="{64F4710D-0DFF-4219-85DB-535BD949E2E0}" srcOrd="2" destOrd="0" presId="urn:microsoft.com/office/officeart/2018/2/layout/IconVerticalSolidList"/>
    <dgm:cxn modelId="{2DF9ACA4-979B-4E6E-ADEF-29F5794E28FD}" type="presParOf" srcId="{462B7310-84C3-4C47-9D80-DD06028AC0D3}" destId="{06AB1891-96B5-4EC2-8A10-185D4D55A0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764802-2E4D-4B37-B8F3-C6679212AA7F}" type="doc">
      <dgm:prSet loTypeId="urn:microsoft.com/office/officeart/2008/layout/VerticalCircle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92F09F0-CC32-4AE5-AED6-EFDE8C2FF51F}">
      <dgm:prSet phldrT="[Text]" custT="1"/>
      <dgm:spPr/>
      <dgm:t>
        <a:bodyPr/>
        <a:lstStyle/>
        <a:p>
          <a:pPr marL="182880">
            <a:spcBef>
              <a:spcPts val="2400"/>
            </a:spcBef>
          </a:pPr>
          <a:r>
            <a:rPr lang="en-US" sz="4400">
              <a:latin typeface="Times New Roman" panose="02020603050405020304" pitchFamily="18" charset="0"/>
              <a:cs typeface="Times New Roman" panose="02020603050405020304" pitchFamily="18" charset="0"/>
            </a:rPr>
            <a:t>Find Rides</a:t>
          </a:r>
        </a:p>
      </dgm:t>
    </dgm:pt>
    <dgm:pt modelId="{4D5F309A-5BBF-4853-8673-C82541166C3D}" type="parTrans" cxnId="{F1FDCD82-5D39-449E-8D66-A1829092173F}">
      <dgm:prSet/>
      <dgm:spPr/>
      <dgm:t>
        <a:bodyPr/>
        <a:lstStyle/>
        <a:p>
          <a:pPr marL="182880">
            <a:spcBef>
              <a:spcPts val="2400"/>
            </a:spcBef>
          </a:pPr>
          <a:endParaRPr lang="en-US" sz="4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0B6242-D25A-49AF-8F96-C945F9015497}" type="sibTrans" cxnId="{F1FDCD82-5D39-449E-8D66-A1829092173F}">
      <dgm:prSet/>
      <dgm:spPr/>
      <dgm:t>
        <a:bodyPr/>
        <a:lstStyle/>
        <a:p>
          <a:pPr marL="182880">
            <a:spcBef>
              <a:spcPts val="2400"/>
            </a:spcBef>
          </a:pPr>
          <a:endParaRPr lang="en-US" sz="4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7FB943-592B-4E8F-A340-CF8F73A35C7B}">
      <dgm:prSet phldrT="[Text]" custT="1"/>
      <dgm:spPr/>
      <dgm:t>
        <a:bodyPr/>
        <a:lstStyle/>
        <a:p>
          <a:pPr marL="182880">
            <a:spcBef>
              <a:spcPts val="2400"/>
            </a:spcBef>
          </a:pPr>
          <a:r>
            <a:rPr lang="en-US" sz="4400">
              <a:latin typeface="Times New Roman" panose="02020603050405020304" pitchFamily="18" charset="0"/>
              <a:cs typeface="Times New Roman" panose="02020603050405020304" pitchFamily="18" charset="0"/>
            </a:rPr>
            <a:t>Record Trips</a:t>
          </a:r>
        </a:p>
      </dgm:t>
    </dgm:pt>
    <dgm:pt modelId="{0D784331-9698-4541-BDB1-72824F0C4590}" type="parTrans" cxnId="{24615A01-7DCC-442C-8179-463EDACA0463}">
      <dgm:prSet/>
      <dgm:spPr/>
      <dgm:t>
        <a:bodyPr/>
        <a:lstStyle/>
        <a:p>
          <a:pPr marL="182880">
            <a:spcBef>
              <a:spcPts val="2400"/>
            </a:spcBef>
          </a:pPr>
          <a:endParaRPr lang="en-US" sz="4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FBF751-A18F-43F9-8151-853B3EF714C1}" type="sibTrans" cxnId="{24615A01-7DCC-442C-8179-463EDACA0463}">
      <dgm:prSet/>
      <dgm:spPr/>
      <dgm:t>
        <a:bodyPr/>
        <a:lstStyle/>
        <a:p>
          <a:pPr marL="182880">
            <a:spcBef>
              <a:spcPts val="2400"/>
            </a:spcBef>
          </a:pPr>
          <a:endParaRPr lang="en-US" sz="4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C8BCE0-0CEC-430A-9ED3-447CF9CF6C33}">
      <dgm:prSet phldrT="[Text]" custT="1"/>
      <dgm:spPr/>
      <dgm:t>
        <a:bodyPr/>
        <a:lstStyle/>
        <a:p>
          <a:pPr marL="182880">
            <a:spcBef>
              <a:spcPts val="2400"/>
            </a:spcBef>
          </a:pPr>
          <a:r>
            <a:rPr lang="en-US" sz="4400">
              <a:latin typeface="Times New Roman" panose="02020603050405020304" pitchFamily="18" charset="0"/>
              <a:cs typeface="Times New Roman" panose="02020603050405020304" pitchFamily="18" charset="0"/>
            </a:rPr>
            <a:t>Get Rewards</a:t>
          </a:r>
        </a:p>
      </dgm:t>
    </dgm:pt>
    <dgm:pt modelId="{53481725-94F7-419F-A4F2-7C99163C2DCA}" type="parTrans" cxnId="{FEB9203E-46AF-4472-AFED-897662DB5AF2}">
      <dgm:prSet/>
      <dgm:spPr/>
      <dgm:t>
        <a:bodyPr/>
        <a:lstStyle/>
        <a:p>
          <a:pPr marL="182880">
            <a:spcBef>
              <a:spcPts val="2400"/>
            </a:spcBef>
          </a:pPr>
          <a:endParaRPr lang="en-US" sz="4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4AC877-6BE9-4841-8BD7-146CBEB1E2F6}" type="sibTrans" cxnId="{FEB9203E-46AF-4472-AFED-897662DB5AF2}">
      <dgm:prSet/>
      <dgm:spPr/>
      <dgm:t>
        <a:bodyPr/>
        <a:lstStyle/>
        <a:p>
          <a:pPr marL="182880">
            <a:spcBef>
              <a:spcPts val="2400"/>
            </a:spcBef>
          </a:pPr>
          <a:endParaRPr lang="en-US" sz="4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ADE5A7-81CE-49ED-8FCC-F85A33C218B3}">
      <dgm:prSet phldrT="[Text]" custT="1"/>
      <dgm:spPr/>
      <dgm:t>
        <a:bodyPr/>
        <a:lstStyle/>
        <a:p>
          <a:pPr marL="182880">
            <a:spcBef>
              <a:spcPts val="2400"/>
            </a:spcBef>
          </a:pPr>
          <a:r>
            <a:rPr lang="en-US" sz="4400" b="1" i="1" u="sng">
              <a:latin typeface="Times New Roman" panose="02020603050405020304" pitchFamily="18" charset="0"/>
              <a:cs typeface="Times New Roman" panose="02020603050405020304" pitchFamily="18" charset="0"/>
            </a:rPr>
            <a:t>Transit </a:t>
          </a:r>
          <a:r>
            <a:rPr lang="en-US" sz="4400" b="1" i="1" u="sng" baseline="0">
              <a:latin typeface="Times New Roman" panose="02020603050405020304" pitchFamily="18" charset="0"/>
              <a:cs typeface="Times New Roman" panose="02020603050405020304" pitchFamily="18" charset="0"/>
            </a:rPr>
            <a:t>App</a:t>
          </a:r>
          <a:endParaRPr lang="en-US" sz="4400" b="1" i="1" u="sng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E3A5B2-226A-409A-B531-AD6B6C29D1A4}" type="sibTrans" cxnId="{6AC5923D-D119-40A6-A44B-974C15624923}">
      <dgm:prSet/>
      <dgm:spPr/>
      <dgm:t>
        <a:bodyPr/>
        <a:lstStyle/>
        <a:p>
          <a:pPr marL="182880">
            <a:spcBef>
              <a:spcPts val="2400"/>
            </a:spcBef>
          </a:pPr>
          <a:endParaRPr lang="en-US" sz="4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B2C193-2957-4FA7-9731-8BBA77C0CF43}" type="parTrans" cxnId="{6AC5923D-D119-40A6-A44B-974C15624923}">
      <dgm:prSet/>
      <dgm:spPr/>
      <dgm:t>
        <a:bodyPr/>
        <a:lstStyle/>
        <a:p>
          <a:pPr marL="182880">
            <a:spcBef>
              <a:spcPts val="2400"/>
            </a:spcBef>
          </a:pPr>
          <a:endParaRPr lang="en-US" sz="4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3B33A7-A24A-4072-A0A0-6C19361C95CB}" type="pres">
      <dgm:prSet presAssocID="{14764802-2E4D-4B37-B8F3-C6679212AA7F}" presName="Name0" presStyleCnt="0">
        <dgm:presLayoutVars>
          <dgm:dir/>
        </dgm:presLayoutVars>
      </dgm:prSet>
      <dgm:spPr/>
    </dgm:pt>
    <dgm:pt modelId="{4A329BD5-499E-49EF-AD9C-AEBD63D3120F}" type="pres">
      <dgm:prSet presAssocID="{F6ADE5A7-81CE-49ED-8FCC-F85A33C218B3}" presName="noChildren" presStyleCnt="0"/>
      <dgm:spPr/>
    </dgm:pt>
    <dgm:pt modelId="{3AFD395A-4FF8-493F-8BF0-812141D7D233}" type="pres">
      <dgm:prSet presAssocID="{F6ADE5A7-81CE-49ED-8FCC-F85A33C218B3}" presName="gap" presStyleCnt="0"/>
      <dgm:spPr/>
    </dgm:pt>
    <dgm:pt modelId="{9592A3CD-C435-4B44-9C04-A2B0BAC9A96B}" type="pres">
      <dgm:prSet presAssocID="{F6ADE5A7-81CE-49ED-8FCC-F85A33C218B3}" presName="medCircle2" presStyleLbl="vennNode1" presStyleIdx="0" presStyleCnt="4"/>
      <dgm:spPr/>
    </dgm:pt>
    <dgm:pt modelId="{F37238F0-4314-42AF-9FB2-8829850EE968}" type="pres">
      <dgm:prSet presAssocID="{F6ADE5A7-81CE-49ED-8FCC-F85A33C218B3}" presName="txLvlOnly1" presStyleLbl="revTx" presStyleIdx="0" presStyleCnt="4"/>
      <dgm:spPr/>
    </dgm:pt>
    <dgm:pt modelId="{7120A186-8DF4-4BCD-941B-35FA17270FA9}" type="pres">
      <dgm:prSet presAssocID="{092F09F0-CC32-4AE5-AED6-EFDE8C2FF51F}" presName="noChildren" presStyleCnt="0"/>
      <dgm:spPr/>
    </dgm:pt>
    <dgm:pt modelId="{1A0FD5F8-7A76-4CF0-9DCC-CAD1ECE32F86}" type="pres">
      <dgm:prSet presAssocID="{092F09F0-CC32-4AE5-AED6-EFDE8C2FF51F}" presName="gap" presStyleCnt="0"/>
      <dgm:spPr/>
    </dgm:pt>
    <dgm:pt modelId="{FFEB0EED-77BF-4105-A444-63917A62A069}" type="pres">
      <dgm:prSet presAssocID="{092F09F0-CC32-4AE5-AED6-EFDE8C2FF51F}" presName="medCircle2" presStyleLbl="vennNode1" presStyleIdx="1" presStyleCnt="4"/>
      <dgm:spPr/>
    </dgm:pt>
    <dgm:pt modelId="{9D3D8D36-9D68-494B-ADB3-9DC6461D0D66}" type="pres">
      <dgm:prSet presAssocID="{092F09F0-CC32-4AE5-AED6-EFDE8C2FF51F}" presName="txLvlOnly1" presStyleLbl="revTx" presStyleIdx="1" presStyleCnt="4"/>
      <dgm:spPr/>
    </dgm:pt>
    <dgm:pt modelId="{991B16DF-107E-47F3-8FD3-D75830D95B98}" type="pres">
      <dgm:prSet presAssocID="{C87FB943-592B-4E8F-A340-CF8F73A35C7B}" presName="noChildren" presStyleCnt="0"/>
      <dgm:spPr/>
    </dgm:pt>
    <dgm:pt modelId="{8551D33B-CCF1-460F-9C1D-CEE3256577CB}" type="pres">
      <dgm:prSet presAssocID="{C87FB943-592B-4E8F-A340-CF8F73A35C7B}" presName="gap" presStyleCnt="0"/>
      <dgm:spPr/>
    </dgm:pt>
    <dgm:pt modelId="{75A0DC74-B29F-42FC-9737-67825A5DFFCA}" type="pres">
      <dgm:prSet presAssocID="{C87FB943-592B-4E8F-A340-CF8F73A35C7B}" presName="medCircle2" presStyleLbl="vennNode1" presStyleIdx="2" presStyleCnt="4"/>
      <dgm:spPr/>
    </dgm:pt>
    <dgm:pt modelId="{FF1806EB-DE9C-4CE1-BBAE-419A9C154772}" type="pres">
      <dgm:prSet presAssocID="{C87FB943-592B-4E8F-A340-CF8F73A35C7B}" presName="txLvlOnly1" presStyleLbl="revTx" presStyleIdx="2" presStyleCnt="4"/>
      <dgm:spPr/>
    </dgm:pt>
    <dgm:pt modelId="{B51A92F1-DDF1-46DE-B854-64BE221392DB}" type="pres">
      <dgm:prSet presAssocID="{9BC8BCE0-0CEC-430A-9ED3-447CF9CF6C33}" presName="noChildren" presStyleCnt="0"/>
      <dgm:spPr/>
    </dgm:pt>
    <dgm:pt modelId="{F3431058-7FF2-4E68-86C4-0C50008BA298}" type="pres">
      <dgm:prSet presAssocID="{9BC8BCE0-0CEC-430A-9ED3-447CF9CF6C33}" presName="gap" presStyleCnt="0"/>
      <dgm:spPr/>
    </dgm:pt>
    <dgm:pt modelId="{C229BB82-8687-497B-8875-7DD4A9257969}" type="pres">
      <dgm:prSet presAssocID="{9BC8BCE0-0CEC-430A-9ED3-447CF9CF6C33}" presName="medCircle2" presStyleLbl="vennNode1" presStyleIdx="3" presStyleCnt="4"/>
      <dgm:spPr/>
    </dgm:pt>
    <dgm:pt modelId="{269B75DD-E4FE-4B4D-AB19-CC5A154A9784}" type="pres">
      <dgm:prSet presAssocID="{9BC8BCE0-0CEC-430A-9ED3-447CF9CF6C33}" presName="txLvlOnly1" presStyleLbl="revTx" presStyleIdx="3" presStyleCnt="4"/>
      <dgm:spPr/>
    </dgm:pt>
  </dgm:ptLst>
  <dgm:cxnLst>
    <dgm:cxn modelId="{24615A01-7DCC-442C-8179-463EDACA0463}" srcId="{14764802-2E4D-4B37-B8F3-C6679212AA7F}" destId="{C87FB943-592B-4E8F-A340-CF8F73A35C7B}" srcOrd="2" destOrd="0" parTransId="{0D784331-9698-4541-BDB1-72824F0C4590}" sibTransId="{D4FBF751-A18F-43F9-8151-853B3EF714C1}"/>
    <dgm:cxn modelId="{1387E41C-427A-4DA0-854A-ACF45E70E867}" type="presOf" srcId="{C87FB943-592B-4E8F-A340-CF8F73A35C7B}" destId="{FF1806EB-DE9C-4CE1-BBAE-419A9C154772}" srcOrd="0" destOrd="0" presId="urn:microsoft.com/office/officeart/2008/layout/VerticalCircleList"/>
    <dgm:cxn modelId="{6AC5923D-D119-40A6-A44B-974C15624923}" srcId="{14764802-2E4D-4B37-B8F3-C6679212AA7F}" destId="{F6ADE5A7-81CE-49ED-8FCC-F85A33C218B3}" srcOrd="0" destOrd="0" parTransId="{CEB2C193-2957-4FA7-9731-8BBA77C0CF43}" sibTransId="{8DE3A5B2-226A-409A-B531-AD6B6C29D1A4}"/>
    <dgm:cxn modelId="{FEB9203E-46AF-4472-AFED-897662DB5AF2}" srcId="{14764802-2E4D-4B37-B8F3-C6679212AA7F}" destId="{9BC8BCE0-0CEC-430A-9ED3-447CF9CF6C33}" srcOrd="3" destOrd="0" parTransId="{53481725-94F7-419F-A4F2-7C99163C2DCA}" sibTransId="{714AC877-6BE9-4841-8BD7-146CBEB1E2F6}"/>
    <dgm:cxn modelId="{917CBB53-9553-45C2-8904-545404CFE0A1}" type="presOf" srcId="{F6ADE5A7-81CE-49ED-8FCC-F85A33C218B3}" destId="{F37238F0-4314-42AF-9FB2-8829850EE968}" srcOrd="0" destOrd="0" presId="urn:microsoft.com/office/officeart/2008/layout/VerticalCircleList"/>
    <dgm:cxn modelId="{F1FDCD82-5D39-449E-8D66-A1829092173F}" srcId="{14764802-2E4D-4B37-B8F3-C6679212AA7F}" destId="{092F09F0-CC32-4AE5-AED6-EFDE8C2FF51F}" srcOrd="1" destOrd="0" parTransId="{4D5F309A-5BBF-4853-8673-C82541166C3D}" sibTransId="{E30B6242-D25A-49AF-8F96-C945F9015497}"/>
    <dgm:cxn modelId="{4BBE5896-F3CB-4D72-8AEF-549F9355BBA7}" type="presOf" srcId="{092F09F0-CC32-4AE5-AED6-EFDE8C2FF51F}" destId="{9D3D8D36-9D68-494B-ADB3-9DC6461D0D66}" srcOrd="0" destOrd="0" presId="urn:microsoft.com/office/officeart/2008/layout/VerticalCircleList"/>
    <dgm:cxn modelId="{8EDE5DB7-D393-4D5E-B77C-CB621A9AD89D}" type="presOf" srcId="{14764802-2E4D-4B37-B8F3-C6679212AA7F}" destId="{5C3B33A7-A24A-4072-A0A0-6C19361C95CB}" srcOrd="0" destOrd="0" presId="urn:microsoft.com/office/officeart/2008/layout/VerticalCircleList"/>
    <dgm:cxn modelId="{B65968D5-7A13-425E-8F74-1354519072B5}" type="presOf" srcId="{9BC8BCE0-0CEC-430A-9ED3-447CF9CF6C33}" destId="{269B75DD-E4FE-4B4D-AB19-CC5A154A9784}" srcOrd="0" destOrd="0" presId="urn:microsoft.com/office/officeart/2008/layout/VerticalCircleList"/>
    <dgm:cxn modelId="{C74133A0-C47E-46E6-9D80-3EC89CE9D41B}" type="presParOf" srcId="{5C3B33A7-A24A-4072-A0A0-6C19361C95CB}" destId="{4A329BD5-499E-49EF-AD9C-AEBD63D3120F}" srcOrd="0" destOrd="0" presId="urn:microsoft.com/office/officeart/2008/layout/VerticalCircleList"/>
    <dgm:cxn modelId="{440A01D8-9353-414D-932E-9491EB6BC692}" type="presParOf" srcId="{4A329BD5-499E-49EF-AD9C-AEBD63D3120F}" destId="{3AFD395A-4FF8-493F-8BF0-812141D7D233}" srcOrd="0" destOrd="0" presId="urn:microsoft.com/office/officeart/2008/layout/VerticalCircleList"/>
    <dgm:cxn modelId="{13ABDD63-DE82-4B7F-8EB8-548CDF12205A}" type="presParOf" srcId="{4A329BD5-499E-49EF-AD9C-AEBD63D3120F}" destId="{9592A3CD-C435-4B44-9C04-A2B0BAC9A96B}" srcOrd="1" destOrd="0" presId="urn:microsoft.com/office/officeart/2008/layout/VerticalCircleList"/>
    <dgm:cxn modelId="{9BC31B01-B1FD-40C3-9BB1-19A63BAB4962}" type="presParOf" srcId="{4A329BD5-499E-49EF-AD9C-AEBD63D3120F}" destId="{F37238F0-4314-42AF-9FB2-8829850EE968}" srcOrd="2" destOrd="0" presId="urn:microsoft.com/office/officeart/2008/layout/VerticalCircleList"/>
    <dgm:cxn modelId="{1F2B87E6-BCCA-42E3-995D-EA1BC606E0E3}" type="presParOf" srcId="{5C3B33A7-A24A-4072-A0A0-6C19361C95CB}" destId="{7120A186-8DF4-4BCD-941B-35FA17270FA9}" srcOrd="1" destOrd="0" presId="urn:microsoft.com/office/officeart/2008/layout/VerticalCircleList"/>
    <dgm:cxn modelId="{E1F7CDA3-2792-400D-9EBE-9C6804D5982A}" type="presParOf" srcId="{7120A186-8DF4-4BCD-941B-35FA17270FA9}" destId="{1A0FD5F8-7A76-4CF0-9DCC-CAD1ECE32F86}" srcOrd="0" destOrd="0" presId="urn:microsoft.com/office/officeart/2008/layout/VerticalCircleList"/>
    <dgm:cxn modelId="{83E5338F-6131-425D-9169-72F6E77321CB}" type="presParOf" srcId="{7120A186-8DF4-4BCD-941B-35FA17270FA9}" destId="{FFEB0EED-77BF-4105-A444-63917A62A069}" srcOrd="1" destOrd="0" presId="urn:microsoft.com/office/officeart/2008/layout/VerticalCircleList"/>
    <dgm:cxn modelId="{FF1569FD-8251-418D-85A1-12A10BAD2410}" type="presParOf" srcId="{7120A186-8DF4-4BCD-941B-35FA17270FA9}" destId="{9D3D8D36-9D68-494B-ADB3-9DC6461D0D66}" srcOrd="2" destOrd="0" presId="urn:microsoft.com/office/officeart/2008/layout/VerticalCircleList"/>
    <dgm:cxn modelId="{42DEE443-394F-4671-8168-F0C11E22027C}" type="presParOf" srcId="{5C3B33A7-A24A-4072-A0A0-6C19361C95CB}" destId="{991B16DF-107E-47F3-8FD3-D75830D95B98}" srcOrd="2" destOrd="0" presId="urn:microsoft.com/office/officeart/2008/layout/VerticalCircleList"/>
    <dgm:cxn modelId="{3F3DA176-D470-4EE4-9BEE-13FFE382124E}" type="presParOf" srcId="{991B16DF-107E-47F3-8FD3-D75830D95B98}" destId="{8551D33B-CCF1-460F-9C1D-CEE3256577CB}" srcOrd="0" destOrd="0" presId="urn:microsoft.com/office/officeart/2008/layout/VerticalCircleList"/>
    <dgm:cxn modelId="{866DEAB5-314B-41C2-B622-984F74DB512B}" type="presParOf" srcId="{991B16DF-107E-47F3-8FD3-D75830D95B98}" destId="{75A0DC74-B29F-42FC-9737-67825A5DFFCA}" srcOrd="1" destOrd="0" presId="urn:microsoft.com/office/officeart/2008/layout/VerticalCircleList"/>
    <dgm:cxn modelId="{CFA4C16F-7143-4429-96F4-D979A5634011}" type="presParOf" srcId="{991B16DF-107E-47F3-8FD3-D75830D95B98}" destId="{FF1806EB-DE9C-4CE1-BBAE-419A9C154772}" srcOrd="2" destOrd="0" presId="urn:microsoft.com/office/officeart/2008/layout/VerticalCircleList"/>
    <dgm:cxn modelId="{A3F02C75-3617-4E0E-BC48-164D07282C9F}" type="presParOf" srcId="{5C3B33A7-A24A-4072-A0A0-6C19361C95CB}" destId="{B51A92F1-DDF1-46DE-B854-64BE221392DB}" srcOrd="3" destOrd="0" presId="urn:microsoft.com/office/officeart/2008/layout/VerticalCircleList"/>
    <dgm:cxn modelId="{6B5F34BC-EE97-4658-BE58-F4D5B301B9C6}" type="presParOf" srcId="{B51A92F1-DDF1-46DE-B854-64BE221392DB}" destId="{F3431058-7FF2-4E68-86C4-0C50008BA298}" srcOrd="0" destOrd="0" presId="urn:microsoft.com/office/officeart/2008/layout/VerticalCircleList"/>
    <dgm:cxn modelId="{B050E738-069B-4688-A76D-93AABB6A02F0}" type="presParOf" srcId="{B51A92F1-DDF1-46DE-B854-64BE221392DB}" destId="{C229BB82-8687-497B-8875-7DD4A9257969}" srcOrd="1" destOrd="0" presId="urn:microsoft.com/office/officeart/2008/layout/VerticalCircleList"/>
    <dgm:cxn modelId="{2E46CDA8-18D0-429D-A88E-99BA8B4FC969}" type="presParOf" srcId="{B51A92F1-DDF1-46DE-B854-64BE221392DB}" destId="{269B75DD-E4FE-4B4D-AB19-CC5A154A9784}" srcOrd="2" destOrd="0" presId="urn:microsoft.com/office/officeart/2008/layout/VerticalCircleList"/>
  </dgm:cxnLst>
  <dgm:bg>
    <a:noFill/>
  </dgm:bg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7F8C91-6E0B-4191-8E89-AE5A3784FB3D}">
      <dsp:nvSpPr>
        <dsp:cNvPr id="0" name=""/>
        <dsp:cNvSpPr/>
      </dsp:nvSpPr>
      <dsp:spPr>
        <a:xfrm>
          <a:off x="0" y="5227"/>
          <a:ext cx="17188983" cy="905504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E6B7B-025D-4B93-BE3D-C9CCF7C4DF4D}">
      <dsp:nvSpPr>
        <dsp:cNvPr id="0" name=""/>
        <dsp:cNvSpPr/>
      </dsp:nvSpPr>
      <dsp:spPr>
        <a:xfrm>
          <a:off x="273915" y="208966"/>
          <a:ext cx="498514" cy="4980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3B3D1-0708-4427-AE2B-59DAF8FB3B30}">
      <dsp:nvSpPr>
        <dsp:cNvPr id="0" name=""/>
        <dsp:cNvSpPr/>
      </dsp:nvSpPr>
      <dsp:spPr>
        <a:xfrm>
          <a:off x="1046344" y="5227"/>
          <a:ext cx="15970738" cy="1216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75" tIns="128775" rIns="128775" bIns="128775" numCol="1" spcCol="1270" anchor="ctr" anchorCtr="0">
          <a:noAutofit/>
        </a:bodyPr>
        <a:lstStyle/>
        <a:p>
          <a:pPr marL="0" lvl="0" indent="0" algn="l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Do Nudgeable travelers exist?  If yes, who are they?</a:t>
          </a:r>
        </a:p>
      </dsp:txBody>
      <dsp:txXfrm>
        <a:off x="1046344" y="5227"/>
        <a:ext cx="15970738" cy="1216771"/>
      </dsp:txXfrm>
    </dsp:sp>
    <dsp:sp modelId="{0F0C6AC5-D358-4E5C-8B2C-707F22CD95A0}">
      <dsp:nvSpPr>
        <dsp:cNvPr id="0" name=""/>
        <dsp:cNvSpPr/>
      </dsp:nvSpPr>
      <dsp:spPr>
        <a:xfrm>
          <a:off x="0" y="1526192"/>
          <a:ext cx="17188983" cy="905504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A9266B-1EB5-4147-A718-51F2D890AC4B}">
      <dsp:nvSpPr>
        <dsp:cNvPr id="0" name=""/>
        <dsp:cNvSpPr/>
      </dsp:nvSpPr>
      <dsp:spPr>
        <a:xfrm>
          <a:off x="273915" y="1729931"/>
          <a:ext cx="498514" cy="4980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9CC08-7C29-4CB5-B494-9740F43D6066}">
      <dsp:nvSpPr>
        <dsp:cNvPr id="0" name=""/>
        <dsp:cNvSpPr/>
      </dsp:nvSpPr>
      <dsp:spPr>
        <a:xfrm>
          <a:off x="1046344" y="1526192"/>
          <a:ext cx="15970738" cy="1216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75" tIns="128775" rIns="128775" bIns="128775" numCol="1" spcCol="1270" anchor="ctr" anchorCtr="0">
          <a:noAutofit/>
        </a:bodyPr>
        <a:lstStyle/>
        <a:p>
          <a:pPr marL="0" lvl="0" indent="0" algn="l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How can </a:t>
          </a:r>
          <a:r>
            <a:rPr lang="en-US" sz="4400" kern="1200" err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nudgeble</a:t>
          </a:r>
          <a:r>
            <a:rPr lang="en-US" sz="4400" kern="12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travelers be recruited to engage in the pilot?</a:t>
          </a:r>
        </a:p>
      </dsp:txBody>
      <dsp:txXfrm>
        <a:off x="1046344" y="1526192"/>
        <a:ext cx="15970738" cy="1216771"/>
      </dsp:txXfrm>
    </dsp:sp>
    <dsp:sp modelId="{1787CF3E-074C-4A0E-A977-EFAEEC1F01EB}">
      <dsp:nvSpPr>
        <dsp:cNvPr id="0" name=""/>
        <dsp:cNvSpPr/>
      </dsp:nvSpPr>
      <dsp:spPr>
        <a:xfrm>
          <a:off x="0" y="3047157"/>
          <a:ext cx="17188983" cy="905504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9781A1-BE5B-4C1B-9488-E9746E8FACF2}">
      <dsp:nvSpPr>
        <dsp:cNvPr id="0" name=""/>
        <dsp:cNvSpPr/>
      </dsp:nvSpPr>
      <dsp:spPr>
        <a:xfrm>
          <a:off x="273915" y="3250896"/>
          <a:ext cx="498514" cy="4980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09149C-9FAA-4FB9-A402-25A25346A138}">
      <dsp:nvSpPr>
        <dsp:cNvPr id="0" name=""/>
        <dsp:cNvSpPr/>
      </dsp:nvSpPr>
      <dsp:spPr>
        <a:xfrm>
          <a:off x="1046344" y="3047157"/>
          <a:ext cx="15970738" cy="1216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75" tIns="128775" rIns="128775" bIns="128775" numCol="1" spcCol="1270" anchor="ctr" anchorCtr="0">
          <a:noAutofit/>
        </a:bodyPr>
        <a:lstStyle/>
        <a:p>
          <a:pPr marL="0" lvl="0" indent="0" algn="l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Which message prompts behavior change, and what level of incentive is needed?</a:t>
          </a:r>
        </a:p>
      </dsp:txBody>
      <dsp:txXfrm>
        <a:off x="1046344" y="3047157"/>
        <a:ext cx="15970738" cy="1216771"/>
      </dsp:txXfrm>
    </dsp:sp>
    <dsp:sp modelId="{7DDF478F-52DF-4766-ADE4-284DF52398A2}">
      <dsp:nvSpPr>
        <dsp:cNvPr id="0" name=""/>
        <dsp:cNvSpPr/>
      </dsp:nvSpPr>
      <dsp:spPr>
        <a:xfrm>
          <a:off x="0" y="4884617"/>
          <a:ext cx="17188983" cy="905504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DFDB36-57E9-40DD-9205-37802F2D79CE}">
      <dsp:nvSpPr>
        <dsp:cNvPr id="0" name=""/>
        <dsp:cNvSpPr/>
      </dsp:nvSpPr>
      <dsp:spPr>
        <a:xfrm>
          <a:off x="273915" y="4771860"/>
          <a:ext cx="498514" cy="4980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AB1891-96B5-4EC2-8A10-185D4D55A02F}">
      <dsp:nvSpPr>
        <dsp:cNvPr id="0" name=""/>
        <dsp:cNvSpPr/>
      </dsp:nvSpPr>
      <dsp:spPr>
        <a:xfrm>
          <a:off x="1046344" y="4568122"/>
          <a:ext cx="15970738" cy="1216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75" tIns="128775" rIns="128775" bIns="128775" numCol="1" spcCol="1270" anchor="ctr" anchorCtr="0">
          <a:noAutofit/>
        </a:bodyPr>
        <a:lstStyle/>
        <a:p>
          <a:pPr marL="0" lvl="0" indent="0" algn="l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How to scale the findings and strategies to the regional level?</a:t>
          </a:r>
        </a:p>
      </dsp:txBody>
      <dsp:txXfrm>
        <a:off x="1046344" y="4568122"/>
        <a:ext cx="15970738" cy="12167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2A3CD-C435-4B44-9C04-A2B0BAC9A96B}">
      <dsp:nvSpPr>
        <dsp:cNvPr id="0" name=""/>
        <dsp:cNvSpPr/>
      </dsp:nvSpPr>
      <dsp:spPr>
        <a:xfrm>
          <a:off x="306332" y="1095"/>
          <a:ext cx="1129737" cy="112973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37238F0-4314-42AF-9FB2-8829850EE968}">
      <dsp:nvSpPr>
        <dsp:cNvPr id="0" name=""/>
        <dsp:cNvSpPr/>
      </dsp:nvSpPr>
      <dsp:spPr>
        <a:xfrm>
          <a:off x="871201" y="1095"/>
          <a:ext cx="6027564" cy="1129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5880" rIns="0" bIns="55880" numCol="1" spcCol="1270" anchor="ctr" anchorCtr="0">
          <a:noAutofit/>
        </a:bodyPr>
        <a:lstStyle/>
        <a:p>
          <a:pPr marL="182880" lvl="0" indent="0" algn="l" defTabSz="1955800">
            <a:lnSpc>
              <a:spcPct val="90000"/>
            </a:lnSpc>
            <a:spcBef>
              <a:spcPts val="2400"/>
            </a:spcBef>
            <a:spcAft>
              <a:spcPct val="35000"/>
            </a:spcAft>
            <a:buNone/>
          </a:pPr>
          <a:r>
            <a:rPr lang="en-US" sz="4400" b="1" i="1" u="sng" kern="1200">
              <a:latin typeface="Times New Roman" panose="02020603050405020304" pitchFamily="18" charset="0"/>
              <a:cs typeface="Times New Roman" panose="02020603050405020304" pitchFamily="18" charset="0"/>
            </a:rPr>
            <a:t>Transit </a:t>
          </a:r>
          <a:r>
            <a:rPr lang="en-US" sz="4400" b="1" i="1" u="sng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App</a:t>
          </a:r>
          <a:endParaRPr lang="en-US" sz="4400" b="1" i="1" u="sng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71201" y="1095"/>
        <a:ext cx="6027564" cy="1129737"/>
      </dsp:txXfrm>
    </dsp:sp>
    <dsp:sp modelId="{FFEB0EED-77BF-4105-A444-63917A62A069}">
      <dsp:nvSpPr>
        <dsp:cNvPr id="0" name=""/>
        <dsp:cNvSpPr/>
      </dsp:nvSpPr>
      <dsp:spPr>
        <a:xfrm>
          <a:off x="306332" y="1130833"/>
          <a:ext cx="1129737" cy="1129737"/>
        </a:xfrm>
        <a:prstGeom prst="ellipse">
          <a:avLst/>
        </a:prstGeom>
        <a:solidFill>
          <a:schemeClr val="accent4">
            <a:alpha val="50000"/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D3D8D36-9D68-494B-ADB3-9DC6461D0D66}">
      <dsp:nvSpPr>
        <dsp:cNvPr id="0" name=""/>
        <dsp:cNvSpPr/>
      </dsp:nvSpPr>
      <dsp:spPr>
        <a:xfrm>
          <a:off x="871201" y="1130833"/>
          <a:ext cx="6027564" cy="1129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5880" rIns="0" bIns="55880" numCol="1" spcCol="1270" anchor="ctr" anchorCtr="0">
          <a:noAutofit/>
        </a:bodyPr>
        <a:lstStyle/>
        <a:p>
          <a:pPr marL="182880" lvl="0" indent="0" algn="l" defTabSz="1955800">
            <a:lnSpc>
              <a:spcPct val="90000"/>
            </a:lnSpc>
            <a:spcBef>
              <a:spcPts val="2400"/>
            </a:spcBef>
            <a:spcAft>
              <a:spcPct val="35000"/>
            </a:spcAft>
            <a:buNone/>
          </a:pPr>
          <a:r>
            <a:rPr lang="en-US" sz="4400" kern="1200">
              <a:latin typeface="Times New Roman" panose="02020603050405020304" pitchFamily="18" charset="0"/>
              <a:cs typeface="Times New Roman" panose="02020603050405020304" pitchFamily="18" charset="0"/>
            </a:rPr>
            <a:t>Find Rides</a:t>
          </a:r>
        </a:p>
      </dsp:txBody>
      <dsp:txXfrm>
        <a:off x="871201" y="1130833"/>
        <a:ext cx="6027564" cy="1129737"/>
      </dsp:txXfrm>
    </dsp:sp>
    <dsp:sp modelId="{75A0DC74-B29F-42FC-9737-67825A5DFFCA}">
      <dsp:nvSpPr>
        <dsp:cNvPr id="0" name=""/>
        <dsp:cNvSpPr/>
      </dsp:nvSpPr>
      <dsp:spPr>
        <a:xfrm>
          <a:off x="306332" y="2260571"/>
          <a:ext cx="1129737" cy="1129737"/>
        </a:xfrm>
        <a:prstGeom prst="ellipse">
          <a:avLst/>
        </a:prstGeom>
        <a:solidFill>
          <a:schemeClr val="accent4">
            <a:alpha val="50000"/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F1806EB-DE9C-4CE1-BBAE-419A9C154772}">
      <dsp:nvSpPr>
        <dsp:cNvPr id="0" name=""/>
        <dsp:cNvSpPr/>
      </dsp:nvSpPr>
      <dsp:spPr>
        <a:xfrm>
          <a:off x="871201" y="2260571"/>
          <a:ext cx="6027564" cy="1129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5880" rIns="0" bIns="55880" numCol="1" spcCol="1270" anchor="ctr" anchorCtr="0">
          <a:noAutofit/>
        </a:bodyPr>
        <a:lstStyle/>
        <a:p>
          <a:pPr marL="182880" lvl="0" indent="0" algn="l" defTabSz="1955800">
            <a:lnSpc>
              <a:spcPct val="90000"/>
            </a:lnSpc>
            <a:spcBef>
              <a:spcPts val="2400"/>
            </a:spcBef>
            <a:spcAft>
              <a:spcPct val="35000"/>
            </a:spcAft>
            <a:buNone/>
          </a:pPr>
          <a:r>
            <a:rPr lang="en-US" sz="4400" kern="1200">
              <a:latin typeface="Times New Roman" panose="02020603050405020304" pitchFamily="18" charset="0"/>
              <a:cs typeface="Times New Roman" panose="02020603050405020304" pitchFamily="18" charset="0"/>
            </a:rPr>
            <a:t>Record Trips</a:t>
          </a:r>
        </a:p>
      </dsp:txBody>
      <dsp:txXfrm>
        <a:off x="871201" y="2260571"/>
        <a:ext cx="6027564" cy="1129737"/>
      </dsp:txXfrm>
    </dsp:sp>
    <dsp:sp modelId="{C229BB82-8687-497B-8875-7DD4A9257969}">
      <dsp:nvSpPr>
        <dsp:cNvPr id="0" name=""/>
        <dsp:cNvSpPr/>
      </dsp:nvSpPr>
      <dsp:spPr>
        <a:xfrm>
          <a:off x="306332" y="3390309"/>
          <a:ext cx="1129737" cy="1129737"/>
        </a:xfrm>
        <a:prstGeom prst="ellipse">
          <a:avLst/>
        </a:prstGeom>
        <a:solidFill>
          <a:schemeClr val="accent4">
            <a:alpha val="50000"/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69B75DD-E4FE-4B4D-AB19-CC5A154A9784}">
      <dsp:nvSpPr>
        <dsp:cNvPr id="0" name=""/>
        <dsp:cNvSpPr/>
      </dsp:nvSpPr>
      <dsp:spPr>
        <a:xfrm>
          <a:off x="871201" y="3390309"/>
          <a:ext cx="6027564" cy="1129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5880" rIns="0" bIns="55880" numCol="1" spcCol="1270" anchor="ctr" anchorCtr="0">
          <a:noAutofit/>
        </a:bodyPr>
        <a:lstStyle/>
        <a:p>
          <a:pPr marL="182880" lvl="0" indent="0" algn="l" defTabSz="1955800">
            <a:lnSpc>
              <a:spcPct val="90000"/>
            </a:lnSpc>
            <a:spcBef>
              <a:spcPts val="2400"/>
            </a:spcBef>
            <a:spcAft>
              <a:spcPct val="35000"/>
            </a:spcAft>
            <a:buNone/>
          </a:pPr>
          <a:r>
            <a:rPr lang="en-US" sz="4400" kern="1200">
              <a:latin typeface="Times New Roman" panose="02020603050405020304" pitchFamily="18" charset="0"/>
              <a:cs typeface="Times New Roman" panose="02020603050405020304" pitchFamily="18" charset="0"/>
            </a:rPr>
            <a:t>Get Rewards</a:t>
          </a:r>
        </a:p>
      </dsp:txBody>
      <dsp:txXfrm>
        <a:off x="871201" y="3390309"/>
        <a:ext cx="6027564" cy="1129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41525-DA31-49F5-8EA9-CAE88E97F14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9654B-5CD2-4CAC-A753-7F043C04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35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654B-5CD2-4CAC-A753-7F043C0426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5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5387342"/>
            <a:ext cx="18653760" cy="1146048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17289782"/>
            <a:ext cx="16459200" cy="7947658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81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6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8206749"/>
            <a:ext cx="18928080" cy="13693138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22029429"/>
            <a:ext cx="18928080" cy="7200898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/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9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1752607"/>
            <a:ext cx="1892808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8069582"/>
            <a:ext cx="9284016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12024360"/>
            <a:ext cx="9284016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8069582"/>
            <a:ext cx="9329738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12024360"/>
            <a:ext cx="932973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0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0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4739647"/>
            <a:ext cx="11109960" cy="233934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1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4739647"/>
            <a:ext cx="11109960" cy="233934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2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3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1752600"/>
            <a:ext cx="473202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1752600"/>
            <a:ext cx="1392174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1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1752607"/>
            <a:ext cx="189280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8763000"/>
            <a:ext cx="189280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735F8-584B-4E3A-A4E1-D54F6296D31C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30510487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9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diagramQuickStyle" Target="../diagrams/quickStyle2.xml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diagramLayout" Target="../diagrams/layout1.xml"/><Relationship Id="rId12" Type="http://schemas.openxmlformats.org/officeDocument/2006/relationships/diagramLayout" Target="../diagrams/layout2.xml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5" Type="http://schemas.openxmlformats.org/officeDocument/2006/relationships/image" Target="../media/image3.png"/><Relationship Id="rId15" Type="http://schemas.microsoft.com/office/2007/relationships/diagramDrawing" Target="../diagrams/drawing2.xml"/><Relationship Id="rId10" Type="http://schemas.microsoft.com/office/2007/relationships/diagramDrawing" Target="../diagrams/drawing1.xml"/><Relationship Id="rId19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E451EB3-F053-4B1A-0EAE-80910598AB6F}"/>
              </a:ext>
            </a:extLst>
          </p:cNvPr>
          <p:cNvSpPr/>
          <p:nvPr/>
        </p:nvSpPr>
        <p:spPr>
          <a:xfrm>
            <a:off x="12032" y="4128036"/>
            <a:ext cx="21945600" cy="2743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1EB96E-509A-B90E-83AF-5B4E3B220739}"/>
              </a:ext>
            </a:extLst>
          </p:cNvPr>
          <p:cNvSpPr/>
          <p:nvPr/>
        </p:nvSpPr>
        <p:spPr>
          <a:xfrm>
            <a:off x="0" y="-1"/>
            <a:ext cx="21957632" cy="4114800"/>
          </a:xfrm>
          <a:prstGeom prst="rect">
            <a:avLst/>
          </a:prstGeom>
          <a:solidFill>
            <a:srgbClr val="00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47">
              <a:lnSpc>
                <a:spcPct val="114000"/>
              </a:lnSpc>
            </a:pPr>
            <a:endParaRPr lang="en-US" sz="6000" b="1" kern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8EEB9B-1E52-1A2A-E3AE-9C5C190A9980}"/>
              </a:ext>
            </a:extLst>
          </p:cNvPr>
          <p:cNvSpPr/>
          <p:nvPr/>
        </p:nvSpPr>
        <p:spPr>
          <a:xfrm>
            <a:off x="4218039" y="2995204"/>
            <a:ext cx="12150224" cy="866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182880" rIns="457200" bIns="182880" rtlCol="0" anchor="ctr"/>
          <a:lstStyle/>
          <a:p>
            <a:pPr algn="ctr"/>
            <a:r>
              <a:rPr lang="en-US"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Sabya Mishra (PI), Avani Aravind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1766DC-2C46-EFFD-5ED1-2416DA1DE1CD}"/>
              </a:ext>
            </a:extLst>
          </p:cNvPr>
          <p:cNvSpPr/>
          <p:nvPr/>
        </p:nvSpPr>
        <p:spPr>
          <a:xfrm>
            <a:off x="0" y="32748708"/>
            <a:ext cx="21945600" cy="11555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B52A76CB-1A5E-630A-8BB5-43D859478F94}"/>
              </a:ext>
            </a:extLst>
          </p:cNvPr>
          <p:cNvSpPr/>
          <p:nvPr/>
        </p:nvSpPr>
        <p:spPr>
          <a:xfrm>
            <a:off x="705818" y="4551225"/>
            <a:ext cx="20485126" cy="48724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182880" rIns="457200" bIns="182880" rtlCol="0" anchor="t"/>
          <a:lstStyle/>
          <a:p>
            <a:pPr algn="just"/>
            <a:r>
              <a:rPr lang="en-US" sz="4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goal of this project, is to facilitate a meaningful shift in commuters' mode of transportation from single-occupancy vehicles (SOVs) to more sustainable alternatives. By integrating behavioral nudging techniques into a mobile application, the project aims to influence commuter behavior and promote the adoption of eco-friendly transportation options. Building on Phase I's analysis of nudging messages' impact on stated travel preferences, this project will implement and evaluate behavioral nudges within a real-world pilot study conducted within Tennessee.</a:t>
            </a:r>
            <a:endParaRPr lang="en-US" sz="4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50" name="Picture 8">
            <a:extLst>
              <a:ext uri="{FF2B5EF4-FFF2-40B4-BE49-F238E27FC236}">
                <a16:creationId xmlns:a16="http://schemas.microsoft.com/office/drawing/2014/main" id="{9145A2C7-DEB7-66F3-6C72-DBFBC0CE0F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00"/>
          <a:stretch/>
        </p:blipFill>
        <p:spPr bwMode="auto">
          <a:xfrm>
            <a:off x="663588" y="296742"/>
            <a:ext cx="2400505" cy="356715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8BAFB7-CB14-F446-E376-EDDE2AD14E1E}"/>
              </a:ext>
            </a:extLst>
          </p:cNvPr>
          <p:cNvSpPr txBox="1"/>
          <p:nvPr/>
        </p:nvSpPr>
        <p:spPr>
          <a:xfrm>
            <a:off x="3970217" y="256190"/>
            <a:ext cx="124789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Influencing Mode Shift through Behavioral Change Strategies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0C58E-5F10-7BC6-2DE8-72CF39FE6AAE}"/>
              </a:ext>
            </a:extLst>
          </p:cNvPr>
          <p:cNvSpPr txBox="1"/>
          <p:nvPr/>
        </p:nvSpPr>
        <p:spPr>
          <a:xfrm>
            <a:off x="7076095" y="2324286"/>
            <a:ext cx="64401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TDOT Phase-2</a:t>
            </a:r>
          </a:p>
        </p:txBody>
      </p:sp>
      <p:pic>
        <p:nvPicPr>
          <p:cNvPr id="1031" name="Picture 8" descr="A map of the state of colorado&#10;&#10;Description automatically generated">
            <a:extLst>
              <a:ext uri="{FF2B5EF4-FFF2-40B4-BE49-F238E27FC236}">
                <a16:creationId xmlns:a16="http://schemas.microsoft.com/office/drawing/2014/main" id="{69B36C72-A93E-3B8D-2FBD-12B32260B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829" y="15572218"/>
            <a:ext cx="14947437" cy="418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map with a red line&#10;&#10;Description automatically generated">
            <a:extLst>
              <a:ext uri="{FF2B5EF4-FFF2-40B4-BE49-F238E27FC236}">
                <a16:creationId xmlns:a16="http://schemas.microsoft.com/office/drawing/2014/main" id="{B8FAB166-43B0-9AA7-7EFE-F67011A1B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80" y="20911708"/>
            <a:ext cx="13294695" cy="452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9">
            <a:extLst>
              <a:ext uri="{FF2B5EF4-FFF2-40B4-BE49-F238E27FC236}">
                <a16:creationId xmlns:a16="http://schemas.microsoft.com/office/drawing/2014/main" id="{766E0808-4AEB-727A-8B02-FF38D9C3F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830" y="19926970"/>
            <a:ext cx="14947436" cy="78319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1" u="none" strike="noStrike" cap="none" normalizeH="0" baseline="0">
                <a:ln>
                  <a:noFill/>
                </a:ln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Mobility options in Tennessee</a:t>
            </a:r>
            <a:endParaRPr kumimoji="0" lang="en-US" altLang="en-US" sz="6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C8207795-EA38-CB73-56B4-07452A05C3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151938"/>
              </p:ext>
            </p:extLst>
          </p:nvPr>
        </p:nvGraphicFramePr>
        <p:xfrm>
          <a:off x="663588" y="9572570"/>
          <a:ext cx="17188983" cy="5790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43" name="Diagram 42">
            <a:extLst>
              <a:ext uri="{FF2B5EF4-FFF2-40B4-BE49-F238E27FC236}">
                <a16:creationId xmlns:a16="http://schemas.microsoft.com/office/drawing/2014/main" id="{020C1C80-3892-B116-F94F-19CA34D627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4825662"/>
              </p:ext>
            </p:extLst>
          </p:nvPr>
        </p:nvGraphicFramePr>
        <p:xfrm>
          <a:off x="763596" y="15945259"/>
          <a:ext cx="6908886" cy="4521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47" name="Content Placeholder 3">
            <a:extLst>
              <a:ext uri="{FF2B5EF4-FFF2-40B4-BE49-F238E27FC236}">
                <a16:creationId xmlns:a16="http://schemas.microsoft.com/office/drawing/2014/main" id="{6A8DAC77-14EF-FFC5-A6F3-CC3E3CD35E9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597" t="13169" r="11292" b="9825"/>
          <a:stretch/>
        </p:blipFill>
        <p:spPr>
          <a:xfrm>
            <a:off x="18236558" y="9592779"/>
            <a:ext cx="2954385" cy="5916180"/>
          </a:xfrm>
          <a:prstGeom prst="rect">
            <a:avLst/>
          </a:prstGeom>
        </p:spPr>
      </p:pic>
      <p:sp>
        <p:nvSpPr>
          <p:cNvPr id="48" name="Rectangle 9">
            <a:extLst>
              <a:ext uri="{FF2B5EF4-FFF2-40B4-BE49-F238E27FC236}">
                <a16:creationId xmlns:a16="http://schemas.microsoft.com/office/drawing/2014/main" id="{E231163A-A5E8-0BAE-3600-56636DA18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80" y="25458043"/>
            <a:ext cx="13294695" cy="78319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1" u="none" strike="noStrike" cap="none" normalizeH="0" baseline="0">
                <a:ln>
                  <a:noFill/>
                </a:ln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Study Area (Nashville-Lebanon)</a:t>
            </a:r>
            <a:endParaRPr kumimoji="0" lang="en-US" altLang="en-US" sz="6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" name="Content Placeholder 4">
            <a:extLst>
              <a:ext uri="{FF2B5EF4-FFF2-40B4-BE49-F238E27FC236}">
                <a16:creationId xmlns:a16="http://schemas.microsoft.com/office/drawing/2014/main" id="{88C81B69-7A71-09F4-7ECB-3CDB13F2EEF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r="62688"/>
          <a:stretch/>
        </p:blipFill>
        <p:spPr>
          <a:xfrm>
            <a:off x="14132099" y="20911707"/>
            <a:ext cx="7058844" cy="1036387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51CFB5F-48A0-6F0E-6FBF-19C0BF9721E8}"/>
              </a:ext>
            </a:extLst>
          </p:cNvPr>
          <p:cNvSpPr txBox="1"/>
          <p:nvPr/>
        </p:nvSpPr>
        <p:spPr>
          <a:xfrm>
            <a:off x="14366570" y="25490331"/>
            <a:ext cx="6589902" cy="2161818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tx1"/>
                </a:solidFill>
              </a:rPr>
              <a:t>Driving is costly; would you like a more sustainable mode of travel?</a:t>
            </a:r>
          </a:p>
          <a:p>
            <a:r>
              <a:rPr lang="en-US" sz="3200">
                <a:solidFill>
                  <a:schemeClr val="tx1"/>
                </a:solidFill>
              </a:rPr>
              <a:t>Click here to explore!</a:t>
            </a:r>
          </a:p>
          <a:p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51" name="Rectangle 9">
            <a:extLst>
              <a:ext uri="{FF2B5EF4-FFF2-40B4-BE49-F238E27FC236}">
                <a16:creationId xmlns:a16="http://schemas.microsoft.com/office/drawing/2014/main" id="{B49A03CD-9FA3-4D86-FA4B-F6D37B7B6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0536" y="31349778"/>
            <a:ext cx="6883310" cy="78319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1" u="none" strike="noStrike" cap="none" normalizeH="0" baseline="0">
                <a:ln>
                  <a:noFill/>
                </a:ln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Action Tile In Transit App</a:t>
            </a:r>
            <a:endParaRPr kumimoji="0" lang="en-US" altLang="en-US" sz="6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Content Placeholder 4">
            <a:extLst>
              <a:ext uri="{FF2B5EF4-FFF2-40B4-BE49-F238E27FC236}">
                <a16:creationId xmlns:a16="http://schemas.microsoft.com/office/drawing/2014/main" id="{A357B5D5-868B-969A-D35B-2146FEB82C6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65420"/>
          <a:stretch/>
        </p:blipFill>
        <p:spPr>
          <a:xfrm>
            <a:off x="393380" y="26665376"/>
            <a:ext cx="3993990" cy="543703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D5B95BC-49E1-675A-5DB9-09289648C6F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65706" y="26648848"/>
            <a:ext cx="3551125" cy="5437035"/>
          </a:xfrm>
          <a:prstGeom prst="rect">
            <a:avLst/>
          </a:prstGeom>
        </p:spPr>
      </p:pic>
      <p:sp>
        <p:nvSpPr>
          <p:cNvPr id="54" name="Rectangle 9">
            <a:extLst>
              <a:ext uri="{FF2B5EF4-FFF2-40B4-BE49-F238E27FC236}">
                <a16:creationId xmlns:a16="http://schemas.microsoft.com/office/drawing/2014/main" id="{C0CF3282-64C0-25F2-5CE4-79FA0C12B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3036" y="26648848"/>
            <a:ext cx="3130072" cy="543812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1" u="none" strike="noStrike" cap="none" normalizeH="0" baseline="0">
              <a:ln>
                <a:noFill/>
              </a:ln>
              <a:solidFill>
                <a:srgbClr val="0E284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4000" i="1">
              <a:solidFill>
                <a:srgbClr val="0E284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1" u="none" strike="noStrike" cap="none" normalizeH="0" baseline="0">
              <a:ln>
                <a:noFill/>
              </a:ln>
              <a:solidFill>
                <a:srgbClr val="0E284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1" u="none" strike="noStrike" cap="none" normalizeH="0" baseline="0">
                <a:ln>
                  <a:noFill/>
                </a:ln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Push Notification</a:t>
            </a:r>
            <a:endParaRPr kumimoji="0" lang="en-US" altLang="en-US" sz="6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9">
            <a:extLst>
              <a:ext uri="{FF2B5EF4-FFF2-40B4-BE49-F238E27FC236}">
                <a16:creationId xmlns:a16="http://schemas.microsoft.com/office/drawing/2014/main" id="{44EF0833-C5E7-D519-C532-D1C259054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9429" y="26648848"/>
            <a:ext cx="3130072" cy="544068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1" u="none" strike="noStrike" cap="none" normalizeH="0" baseline="0">
              <a:ln>
                <a:noFill/>
              </a:ln>
              <a:solidFill>
                <a:srgbClr val="0E284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4000" i="1">
              <a:solidFill>
                <a:srgbClr val="0E284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1" u="none" strike="noStrike" cap="none" normalizeH="0" baseline="0">
              <a:ln>
                <a:noFill/>
              </a:ln>
              <a:solidFill>
                <a:srgbClr val="0E284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1" u="none" strike="noStrike" cap="none" normalizeH="0" baseline="0">
                <a:ln>
                  <a:noFill/>
                </a:ln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Information Tile</a:t>
            </a:r>
            <a:endParaRPr kumimoji="0" lang="en-US" altLang="en-US" sz="6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B221FE-83AD-7F41-DCDC-32C829C3A59F}"/>
              </a:ext>
            </a:extLst>
          </p:cNvPr>
          <p:cNvSpPr txBox="1"/>
          <p:nvPr/>
        </p:nvSpPr>
        <p:spPr>
          <a:xfrm>
            <a:off x="393380" y="27792433"/>
            <a:ext cx="3576837" cy="138743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tx1"/>
                </a:solidFill>
              </a:rPr>
              <a:t>Wait</a:t>
            </a:r>
          </a:p>
          <a:p>
            <a:r>
              <a:rPr lang="en-US" sz="2000">
                <a:solidFill>
                  <a:schemeClr val="tx1"/>
                </a:solidFill>
              </a:rPr>
              <a:t>Driving is costly, would you like to a more sustainable mode of travel?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7D7C11-9BB7-006F-BBC5-6DB6D6053692}"/>
              </a:ext>
            </a:extLst>
          </p:cNvPr>
          <p:cNvSpPr txBox="1"/>
          <p:nvPr/>
        </p:nvSpPr>
        <p:spPr>
          <a:xfrm>
            <a:off x="7545927" y="26765882"/>
            <a:ext cx="3258227" cy="2032754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Wait</a:t>
            </a:r>
          </a:p>
          <a:p>
            <a:r>
              <a:rPr lang="en-US" sz="2400">
                <a:solidFill>
                  <a:schemeClr val="tx1"/>
                </a:solidFill>
              </a:rPr>
              <a:t>Driving is costly, would you like to a more sustainable mode of travel?</a:t>
            </a:r>
          </a:p>
        </p:txBody>
      </p:sp>
      <p:pic>
        <p:nvPicPr>
          <p:cNvPr id="3" name="Graphic 4">
            <a:extLst>
              <a:ext uri="{FF2B5EF4-FFF2-40B4-BE49-F238E27FC236}">
                <a16:creationId xmlns:a16="http://schemas.microsoft.com/office/drawing/2014/main" id="{61917B26-971E-150D-8807-B9023A2BF7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5440500" y="133214"/>
            <a:ext cx="7943118" cy="399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432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The University of Memphis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Sowjanya Dhulipala (sdhlpala)</dc:creator>
  <cp:revision>1</cp:revision>
  <cp:lastPrinted>2025-03-30T20:51:36Z</cp:lastPrinted>
  <dcterms:created xsi:type="dcterms:W3CDTF">2023-03-16T15:16:23Z</dcterms:created>
  <dcterms:modified xsi:type="dcterms:W3CDTF">2025-03-31T05:03:50Z</dcterms:modified>
</cp:coreProperties>
</file>