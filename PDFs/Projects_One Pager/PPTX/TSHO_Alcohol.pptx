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6858000" cy="10058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028876-4B13-2428-656E-158A7E282FB5}" v="1" dt="2025-03-29T20:42:34.602"/>
    <p1510:client id="{7CC3F334-9E69-BA89-75A7-74B8AD3A1BD4}" v="43" dt="2025-03-29T20:11:11.387"/>
    <p1510:client id="{B821C872-107C-9D06-9B72-BCA2DA3A7F4E}" v="10" dt="2025-03-29T20:06:46.2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E72EB6-59CC-4EB5-8EBD-CA293DB44D88}" type="datetimeFigureOut">
              <a:t>3/30/2025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DBDE34-7475-48EC-8111-004EB5E03E5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8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7250" y="1646133"/>
            <a:ext cx="5143500" cy="3501813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82989"/>
            <a:ext cx="5143500" cy="2428451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507617"/>
            <a:ext cx="5915025" cy="4184014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731213"/>
            <a:ext cx="5915025" cy="2200274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77584"/>
            <a:ext cx="291465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77584"/>
            <a:ext cx="291465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35517"/>
            <a:ext cx="591502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65706"/>
            <a:ext cx="2901255" cy="120840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74110"/>
            <a:ext cx="2901255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65706"/>
            <a:ext cx="2915543" cy="120840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74110"/>
            <a:ext cx="2915543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70560"/>
            <a:ext cx="2211883" cy="234696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48224"/>
            <a:ext cx="3471863" cy="7147983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017520"/>
            <a:ext cx="2211883" cy="5590329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70560"/>
            <a:ext cx="2211883" cy="234696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48224"/>
            <a:ext cx="3471863" cy="7147983"/>
          </a:xfrm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017520"/>
            <a:ext cx="2211883" cy="5590329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6" y="535517"/>
            <a:ext cx="1478756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7" y="535517"/>
            <a:ext cx="4350544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35517"/>
            <a:ext cx="591502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77584"/>
            <a:ext cx="591502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322647"/>
            <a:ext cx="154305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322647"/>
            <a:ext cx="231457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322647"/>
            <a:ext cx="154305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web page&#10;&#10;AI-generated content may be incorrect.">
            <a:extLst>
              <a:ext uri="{FF2B5EF4-FFF2-40B4-BE49-F238E27FC236}">
                <a16:creationId xmlns:a16="http://schemas.microsoft.com/office/drawing/2014/main" id="{4C9E774F-F6E3-7495-83B9-D2D442879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9" y="5831"/>
            <a:ext cx="6812411" cy="1005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35</cp:revision>
  <dcterms:created xsi:type="dcterms:W3CDTF">2013-07-15T20:26:40Z</dcterms:created>
  <dcterms:modified xsi:type="dcterms:W3CDTF">2025-03-31T04:53:45Z</dcterms:modified>
</cp:coreProperties>
</file>